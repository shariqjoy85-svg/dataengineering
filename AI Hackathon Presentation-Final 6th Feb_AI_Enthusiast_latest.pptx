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1" r:id="rId2"/>
    <p:sldId id="2147470557" r:id="rId3"/>
    <p:sldId id="2572" r:id="rId4"/>
    <p:sldId id="2580" r:id="rId5"/>
    <p:sldId id="2147479120" r:id="rId6"/>
    <p:sldId id="2603" r:id="rId7"/>
    <p:sldId id="2147470554" r:id="rId8"/>
    <p:sldId id="2147470555" r:id="rId9"/>
    <p:sldId id="2147470553" r:id="rId10"/>
    <p:sldId id="2147470552" r:id="rId11"/>
    <p:sldId id="2147470549" r:id="rId12"/>
    <p:sldId id="2147470551" r:id="rId13"/>
    <p:sldId id="259" r:id="rId14"/>
    <p:sldId id="2147470550" r:id="rId15"/>
    <p:sldId id="2147479121" r:id="rId16"/>
    <p:sldId id="259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15341B-5231-49A7-BF5C-64076AD42336}" v="115" dt="2025-02-13T07:12:48.252"/>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42" autoAdjust="0"/>
    <p:restoredTop sz="68234" autoAdjust="0"/>
  </p:normalViewPr>
  <p:slideViewPr>
    <p:cSldViewPr snapToGrid="0">
      <p:cViewPr varScale="1">
        <p:scale>
          <a:sx n="86" d="100"/>
          <a:sy n="86" d="100"/>
        </p:scale>
        <p:origin x="60" y="-8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 Id="rId5" Type="http://schemas.openxmlformats.org/officeDocument/2006/relationships/image" Target="../media/image11.svg"/><Relationship Id="rId4" Type="http://schemas.openxmlformats.org/officeDocument/2006/relationships/image" Target="../media/image10.png"/></Relationships>
</file>

<file path=ppt/diagrams/_rels/drawing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 Id="rId5" Type="http://schemas.openxmlformats.org/officeDocument/2006/relationships/image" Target="../media/image11.svg"/><Relationship Id="rId4"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0BFA35-36D1-4F80-8DC1-D6BB2A98C2FE}" type="doc">
      <dgm:prSet loTypeId="urn:microsoft.com/office/officeart/2005/8/layout/list1" loCatId="list" qsTypeId="urn:microsoft.com/office/officeart/2005/8/quickstyle/simple1" qsCatId="simple" csTypeId="urn:microsoft.com/office/officeart/2005/8/colors/colorful5" csCatId="colorful" phldr="1"/>
      <dgm:spPr/>
    </dgm:pt>
    <dgm:pt modelId="{64EDD1DF-3736-47CA-B07F-3FB135E8FA05}">
      <dgm:prSet phldrT="[Text]" custT="1"/>
      <dgm:spPr>
        <a:solidFill>
          <a:schemeClr val="accent3">
            <a:lumMod val="75000"/>
          </a:schemeClr>
        </a:solidFill>
      </dgm:spPr>
      <dgm:t>
        <a:bodyPr/>
        <a:lstStyle/>
        <a:p>
          <a:r>
            <a:rPr lang="en-US" sz="1200" b="1" cap="none" spc="0" dirty="0">
              <a:solidFill>
                <a:schemeClr val="bg1"/>
              </a:solidFill>
              <a:effectLst/>
            </a:rPr>
            <a:t>High maintenance costs </a:t>
          </a:r>
          <a:endParaRPr lang="en-US" sz="1200" dirty="0">
            <a:solidFill>
              <a:schemeClr val="bg1"/>
            </a:solidFill>
            <a:latin typeface="Arial" panose="020B0604020202020204" pitchFamily="34" charset="0"/>
            <a:cs typeface="Arial" panose="020B0604020202020204" pitchFamily="34" charset="0"/>
          </a:endParaRPr>
        </a:p>
      </dgm:t>
    </dgm:pt>
    <dgm:pt modelId="{94FCC89F-C4EC-450C-ABCA-2F008A5EB2D2}" type="parTrans" cxnId="{FC1F06B9-1CF5-4A6E-961B-A074F1A95AC2}">
      <dgm:prSet/>
      <dgm:spPr/>
      <dgm:t>
        <a:bodyPr/>
        <a:lstStyle/>
        <a:p>
          <a:endParaRPr lang="en-US" sz="1200">
            <a:latin typeface="Arial" panose="020B0604020202020204" pitchFamily="34" charset="0"/>
            <a:cs typeface="Arial" panose="020B0604020202020204" pitchFamily="34" charset="0"/>
          </a:endParaRPr>
        </a:p>
      </dgm:t>
    </dgm:pt>
    <dgm:pt modelId="{D02BBFC4-D634-4730-946A-112EB640A0D8}" type="sibTrans" cxnId="{FC1F06B9-1CF5-4A6E-961B-A074F1A95AC2}">
      <dgm:prSet/>
      <dgm:spPr/>
      <dgm:t>
        <a:bodyPr/>
        <a:lstStyle/>
        <a:p>
          <a:endParaRPr lang="en-US">
            <a:latin typeface="Arial" panose="020B0604020202020204" pitchFamily="34" charset="0"/>
            <a:cs typeface="Arial" panose="020B0604020202020204" pitchFamily="34" charset="0"/>
          </a:endParaRPr>
        </a:p>
      </dgm:t>
    </dgm:pt>
    <dgm:pt modelId="{1AB4F731-36E6-4F05-B8B3-510A94783597}">
      <dgm:prSet phldrT="[Text]" custT="1"/>
      <dgm:spPr>
        <a:solidFill>
          <a:srgbClr val="FFC000"/>
        </a:solidFill>
      </dgm:spPr>
      <dgm:t>
        <a:bodyPr/>
        <a:lstStyle/>
        <a:p>
          <a:r>
            <a:rPr lang="en-US" sz="1200" b="1" cap="none" spc="0" dirty="0">
              <a:solidFill>
                <a:schemeClr val="bg1"/>
              </a:solidFill>
              <a:effectLst/>
            </a:rPr>
            <a:t>Downtime impact:</a:t>
          </a:r>
          <a:endParaRPr lang="en-US" sz="1200" dirty="0">
            <a:latin typeface="Arial" panose="020B0604020202020204" pitchFamily="34" charset="0"/>
            <a:cs typeface="Arial" panose="020B0604020202020204" pitchFamily="34" charset="0"/>
          </a:endParaRPr>
        </a:p>
      </dgm:t>
    </dgm:pt>
    <dgm:pt modelId="{739DD152-59A1-46A2-AC80-46455DA6CF07}" type="parTrans" cxnId="{F75CFE23-B9CD-4EC5-8607-7B4DA0FF3935}">
      <dgm:prSet/>
      <dgm:spPr/>
      <dgm:t>
        <a:bodyPr/>
        <a:lstStyle/>
        <a:p>
          <a:endParaRPr lang="en-US" sz="1200">
            <a:latin typeface="Arial" panose="020B0604020202020204" pitchFamily="34" charset="0"/>
            <a:cs typeface="Arial" panose="020B0604020202020204" pitchFamily="34" charset="0"/>
          </a:endParaRPr>
        </a:p>
      </dgm:t>
    </dgm:pt>
    <dgm:pt modelId="{76DE0CE8-3238-492C-8EAF-D336AFC70559}" type="sibTrans" cxnId="{F75CFE23-B9CD-4EC5-8607-7B4DA0FF3935}">
      <dgm:prSet/>
      <dgm:spPr/>
      <dgm:t>
        <a:bodyPr/>
        <a:lstStyle/>
        <a:p>
          <a:endParaRPr lang="en-US">
            <a:latin typeface="Arial" panose="020B0604020202020204" pitchFamily="34" charset="0"/>
            <a:cs typeface="Arial" panose="020B0604020202020204" pitchFamily="34" charset="0"/>
          </a:endParaRPr>
        </a:p>
      </dgm:t>
    </dgm:pt>
    <dgm:pt modelId="{DE6F554B-A2ED-44A4-945B-7B9C3682A919}">
      <dgm:prSet phldrT="[Text]" custT="1"/>
      <dgm:spPr>
        <a:solidFill>
          <a:schemeClr val="accent4">
            <a:lumMod val="50000"/>
          </a:schemeClr>
        </a:solidFill>
      </dgm:spPr>
      <dgm:t>
        <a:bodyPr/>
        <a:lstStyle/>
        <a:p>
          <a:r>
            <a:rPr lang="en-US" sz="1200" b="1" cap="none" spc="0" dirty="0">
              <a:solidFill>
                <a:schemeClr val="bg1"/>
              </a:solidFill>
              <a:effectLst/>
            </a:rPr>
            <a:t>Safety risks</a:t>
          </a:r>
          <a:endParaRPr lang="en-US" sz="1200" dirty="0">
            <a:latin typeface="Arial" panose="020B0604020202020204" pitchFamily="34" charset="0"/>
            <a:cs typeface="Arial" panose="020B0604020202020204" pitchFamily="34" charset="0"/>
          </a:endParaRPr>
        </a:p>
      </dgm:t>
    </dgm:pt>
    <dgm:pt modelId="{61191835-6A15-4B0C-A9D5-D5DA4487119D}" type="parTrans" cxnId="{50E377B2-B6BA-4D51-883B-25B23EACCA4A}">
      <dgm:prSet/>
      <dgm:spPr/>
      <dgm:t>
        <a:bodyPr/>
        <a:lstStyle/>
        <a:p>
          <a:endParaRPr lang="en-US" sz="1200">
            <a:latin typeface="Arial" panose="020B0604020202020204" pitchFamily="34" charset="0"/>
            <a:cs typeface="Arial" panose="020B0604020202020204" pitchFamily="34" charset="0"/>
          </a:endParaRPr>
        </a:p>
      </dgm:t>
    </dgm:pt>
    <dgm:pt modelId="{EA63432E-F9BA-4544-87E6-C040B367C4D3}" type="sibTrans" cxnId="{50E377B2-B6BA-4D51-883B-25B23EACCA4A}">
      <dgm:prSet/>
      <dgm:spPr/>
      <dgm:t>
        <a:bodyPr/>
        <a:lstStyle/>
        <a:p>
          <a:endParaRPr lang="en-US">
            <a:latin typeface="Arial" panose="020B0604020202020204" pitchFamily="34" charset="0"/>
            <a:cs typeface="Arial" panose="020B0604020202020204" pitchFamily="34" charset="0"/>
          </a:endParaRPr>
        </a:p>
      </dgm:t>
    </dgm:pt>
    <dgm:pt modelId="{35831DF3-80CC-43C7-B484-C088EDAA42EF}">
      <dgm:prSet phldrT="[Text]" custT="1"/>
      <dgm:spPr/>
      <dgm:t>
        <a:bodyPr/>
        <a:lstStyle/>
        <a:p>
          <a:r>
            <a:rPr lang="en-US" sz="1200" b="1" cap="none" spc="0" dirty="0">
              <a:solidFill>
                <a:schemeClr val="bg1"/>
              </a:solidFill>
              <a:effectLst/>
            </a:rPr>
            <a:t>Competitive disadvantage</a:t>
          </a:r>
          <a:endParaRPr lang="en-US" sz="1200" dirty="0">
            <a:latin typeface="Arial" panose="020B0604020202020204" pitchFamily="34" charset="0"/>
            <a:cs typeface="Arial" panose="020B0604020202020204" pitchFamily="34" charset="0"/>
          </a:endParaRPr>
        </a:p>
      </dgm:t>
    </dgm:pt>
    <dgm:pt modelId="{6533CBAC-CB1F-49B2-BF69-A58C3B5CC84A}" type="parTrans" cxnId="{518AD35B-93AF-4CC1-8A1E-56F367FAB1C9}">
      <dgm:prSet/>
      <dgm:spPr/>
      <dgm:t>
        <a:bodyPr/>
        <a:lstStyle/>
        <a:p>
          <a:endParaRPr lang="en-US" sz="1200">
            <a:latin typeface="Arial" panose="020B0604020202020204" pitchFamily="34" charset="0"/>
            <a:cs typeface="Arial" panose="020B0604020202020204" pitchFamily="34" charset="0"/>
          </a:endParaRPr>
        </a:p>
      </dgm:t>
    </dgm:pt>
    <dgm:pt modelId="{3FCFEB37-6651-4C18-8E96-8EB96329CCF6}" type="sibTrans" cxnId="{518AD35B-93AF-4CC1-8A1E-56F367FAB1C9}">
      <dgm:prSet/>
      <dgm:spPr/>
      <dgm:t>
        <a:bodyPr/>
        <a:lstStyle/>
        <a:p>
          <a:endParaRPr lang="en-US">
            <a:latin typeface="Arial" panose="020B0604020202020204" pitchFamily="34" charset="0"/>
            <a:cs typeface="Arial" panose="020B0604020202020204" pitchFamily="34" charset="0"/>
          </a:endParaRPr>
        </a:p>
      </dgm:t>
    </dgm:pt>
    <dgm:pt modelId="{53FACFD3-F112-448B-B57B-E9E802B2F82E}">
      <dgm:prSet phldrT="[Text]" custT="1"/>
      <dgm:spPr/>
      <dgm:t>
        <a:bodyPr/>
        <a:lstStyle/>
        <a:p>
          <a:pPr>
            <a:buFont typeface="Arial" panose="020B0604020202020204" pitchFamily="34" charset="0"/>
            <a:buChar char="•"/>
          </a:pPr>
          <a:r>
            <a:rPr lang="en-US" sz="1200" dirty="0">
              <a:solidFill>
                <a:schemeClr val="tx1"/>
              </a:solidFill>
              <a:latin typeface="Arial" panose="020B0604020202020204" pitchFamily="34" charset="0"/>
            </a:rPr>
            <a:t>Longer downtime disrupts schedules and reduces operational efficiency</a:t>
          </a:r>
          <a:r>
            <a:rPr lang="en-US" sz="1200" dirty="0">
              <a:solidFill>
                <a:schemeClr val="tx1"/>
              </a:solidFill>
              <a:latin typeface="Arial" panose="020B0604020202020204" pitchFamily="34" charset="0"/>
              <a:cs typeface="Arial" panose="020B0604020202020204" pitchFamily="34" charset="0"/>
            </a:rPr>
            <a:t>.</a:t>
          </a:r>
        </a:p>
      </dgm:t>
    </dgm:pt>
    <dgm:pt modelId="{776EA24C-98DD-40E1-ADAF-E74BE6822C8E}" type="parTrans" cxnId="{6530B606-EBA0-4A91-A111-7D0FD41D6DE7}">
      <dgm:prSet/>
      <dgm:spPr/>
      <dgm:t>
        <a:bodyPr/>
        <a:lstStyle/>
        <a:p>
          <a:endParaRPr lang="en-US" sz="1200">
            <a:latin typeface="Arial" panose="020B0604020202020204" pitchFamily="34" charset="0"/>
            <a:cs typeface="Arial" panose="020B0604020202020204" pitchFamily="34" charset="0"/>
          </a:endParaRPr>
        </a:p>
      </dgm:t>
    </dgm:pt>
    <dgm:pt modelId="{41F887B5-EF4F-494F-BE0F-E61A9A1AF37C}" type="sibTrans" cxnId="{6530B606-EBA0-4A91-A111-7D0FD41D6DE7}">
      <dgm:prSet/>
      <dgm:spPr/>
      <dgm:t>
        <a:bodyPr/>
        <a:lstStyle/>
        <a:p>
          <a:endParaRPr lang="en-US">
            <a:latin typeface="Arial" panose="020B0604020202020204" pitchFamily="34" charset="0"/>
            <a:cs typeface="Arial" panose="020B0604020202020204" pitchFamily="34" charset="0"/>
          </a:endParaRPr>
        </a:p>
      </dgm:t>
    </dgm:pt>
    <dgm:pt modelId="{E5F98C77-7490-4363-87DE-02E570CD1F19}">
      <dgm:prSet phldrT="[Text]" custT="1"/>
      <dgm:spPr>
        <a:solidFill>
          <a:schemeClr val="accent6">
            <a:lumMod val="50000"/>
          </a:schemeClr>
        </a:solidFill>
      </dgm:spPr>
      <dgm:t>
        <a:bodyPr/>
        <a:lstStyle/>
        <a:p>
          <a:r>
            <a:rPr lang="en-US" sz="1200" b="1" cap="none" spc="0" dirty="0">
              <a:solidFill>
                <a:schemeClr val="bg1"/>
              </a:solidFill>
              <a:effectLst/>
            </a:rPr>
            <a:t>Regulatory compliance:</a:t>
          </a:r>
          <a:endParaRPr lang="en-US" sz="1200" dirty="0">
            <a:solidFill>
              <a:schemeClr val="bg1"/>
            </a:solidFill>
            <a:latin typeface="Arial" panose="020B0604020202020204" pitchFamily="34" charset="0"/>
            <a:cs typeface="Arial" panose="020B0604020202020204" pitchFamily="34" charset="0"/>
          </a:endParaRPr>
        </a:p>
      </dgm:t>
    </dgm:pt>
    <dgm:pt modelId="{8A25D467-EED1-4085-9A8F-14408E63ACB3}" type="parTrans" cxnId="{7663AB11-82AC-4FAD-9C2C-C0E3B647C786}">
      <dgm:prSet/>
      <dgm:spPr/>
      <dgm:t>
        <a:bodyPr/>
        <a:lstStyle/>
        <a:p>
          <a:endParaRPr lang="en-US" sz="1200">
            <a:latin typeface="Arial" panose="020B0604020202020204" pitchFamily="34" charset="0"/>
            <a:cs typeface="Arial" panose="020B0604020202020204" pitchFamily="34" charset="0"/>
          </a:endParaRPr>
        </a:p>
      </dgm:t>
    </dgm:pt>
    <dgm:pt modelId="{C19A1258-8248-4A77-8226-523286737069}" type="sibTrans" cxnId="{7663AB11-82AC-4FAD-9C2C-C0E3B647C786}">
      <dgm:prSet/>
      <dgm:spPr/>
      <dgm:t>
        <a:bodyPr/>
        <a:lstStyle/>
        <a:p>
          <a:endParaRPr lang="en-US">
            <a:latin typeface="Arial" panose="020B0604020202020204" pitchFamily="34" charset="0"/>
            <a:cs typeface="Arial" panose="020B0604020202020204" pitchFamily="34" charset="0"/>
          </a:endParaRPr>
        </a:p>
      </dgm:t>
    </dgm:pt>
    <dgm:pt modelId="{A717A2FC-50D2-484A-BE15-4B90C38ABDA4}">
      <dgm:prSet phldrT="[Text]" custT="1"/>
      <dgm:spPr/>
      <dgm:t>
        <a:bodyPr/>
        <a:lstStyle/>
        <a:p>
          <a:r>
            <a:rPr lang="en-US" sz="1200" dirty="0">
              <a:solidFill>
                <a:schemeClr val="tx1"/>
              </a:solidFill>
              <a:latin typeface="Arial" panose="020B0604020202020204" pitchFamily="34" charset="0"/>
            </a:rPr>
            <a:t>Delayed maintenance increases safety hazards and environmental risks</a:t>
          </a:r>
          <a:endParaRPr lang="en-US" sz="1200" dirty="0">
            <a:solidFill>
              <a:schemeClr val="tx1"/>
            </a:solidFill>
            <a:latin typeface="Arial" panose="020B0604020202020204" pitchFamily="34" charset="0"/>
            <a:cs typeface="Arial" panose="020B0604020202020204" pitchFamily="34" charset="0"/>
          </a:endParaRPr>
        </a:p>
      </dgm:t>
    </dgm:pt>
    <dgm:pt modelId="{8C6F0020-5E3C-4EC1-8F10-3BE06493C7A2}" type="parTrans" cxnId="{B3BED434-7A99-439A-B168-E8207A2251F2}">
      <dgm:prSet/>
      <dgm:spPr/>
      <dgm:t>
        <a:bodyPr/>
        <a:lstStyle/>
        <a:p>
          <a:endParaRPr lang="en-US" sz="1200">
            <a:latin typeface="Arial" panose="020B0604020202020204" pitchFamily="34" charset="0"/>
            <a:cs typeface="Arial" panose="020B0604020202020204" pitchFamily="34" charset="0"/>
          </a:endParaRPr>
        </a:p>
      </dgm:t>
    </dgm:pt>
    <dgm:pt modelId="{2DFFAE75-D88E-47DF-9598-0EA0D26455F0}" type="sibTrans" cxnId="{B3BED434-7A99-439A-B168-E8207A2251F2}">
      <dgm:prSet/>
      <dgm:spPr/>
      <dgm:t>
        <a:bodyPr/>
        <a:lstStyle/>
        <a:p>
          <a:endParaRPr lang="en-US">
            <a:latin typeface="Arial" panose="020B0604020202020204" pitchFamily="34" charset="0"/>
            <a:cs typeface="Arial" panose="020B0604020202020204" pitchFamily="34" charset="0"/>
          </a:endParaRPr>
        </a:p>
      </dgm:t>
    </dgm:pt>
    <dgm:pt modelId="{591FCBE2-9F0A-48EF-B73C-CEE69790523C}">
      <dgm:prSet phldrT="[Text]" custT="1"/>
      <dgm:spPr/>
      <dgm:t>
        <a:bodyPr/>
        <a:lstStyle/>
        <a:p>
          <a:r>
            <a:rPr lang="en-US" sz="1200" dirty="0">
              <a:solidFill>
                <a:schemeClr val="tx1"/>
              </a:solidFill>
              <a:latin typeface="Arial" panose="020B0604020202020204" pitchFamily="34" charset="0"/>
            </a:rPr>
            <a:t>Reactive maintenance raises costs due to emergency repairs and overtime</a:t>
          </a:r>
          <a:endParaRPr lang="en-US" sz="1200" dirty="0">
            <a:solidFill>
              <a:schemeClr val="tx1"/>
            </a:solidFill>
            <a:latin typeface="Arial" panose="020B0604020202020204" pitchFamily="34" charset="0"/>
            <a:cs typeface="Arial" panose="020B0604020202020204" pitchFamily="34" charset="0"/>
          </a:endParaRPr>
        </a:p>
      </dgm:t>
    </dgm:pt>
    <dgm:pt modelId="{54D8D65C-D238-475B-9316-CC74BF313AC0}" type="parTrans" cxnId="{920BF3F0-B648-4CF0-A95D-6E1D7BAE5A60}">
      <dgm:prSet/>
      <dgm:spPr/>
      <dgm:t>
        <a:bodyPr/>
        <a:lstStyle/>
        <a:p>
          <a:endParaRPr lang="en-US" sz="1200">
            <a:latin typeface="Arial" panose="020B0604020202020204" pitchFamily="34" charset="0"/>
            <a:cs typeface="Arial" panose="020B0604020202020204" pitchFamily="34" charset="0"/>
          </a:endParaRPr>
        </a:p>
      </dgm:t>
    </dgm:pt>
    <dgm:pt modelId="{985E5910-4085-4FB6-9F2F-FDC531A175BF}" type="sibTrans" cxnId="{920BF3F0-B648-4CF0-A95D-6E1D7BAE5A60}">
      <dgm:prSet/>
      <dgm:spPr/>
      <dgm:t>
        <a:bodyPr/>
        <a:lstStyle/>
        <a:p>
          <a:endParaRPr lang="en-US">
            <a:latin typeface="Arial" panose="020B0604020202020204" pitchFamily="34" charset="0"/>
            <a:cs typeface="Arial" panose="020B0604020202020204" pitchFamily="34" charset="0"/>
          </a:endParaRPr>
        </a:p>
      </dgm:t>
    </dgm:pt>
    <dgm:pt modelId="{C9A8DD5A-AC74-4289-BA57-4B31C5698BEB}">
      <dgm:prSet phldrT="[Text]" custT="1"/>
      <dgm:spPr/>
      <dgm:t>
        <a:bodyPr/>
        <a:lstStyle/>
        <a:p>
          <a:r>
            <a:rPr lang="en-US" sz="1200" dirty="0">
              <a:solidFill>
                <a:schemeClr val="tx1"/>
              </a:solidFill>
              <a:latin typeface="Arial" panose="020B0604020202020204" pitchFamily="34" charset="0"/>
            </a:rPr>
            <a:t>Insufficient operational alignments &amp; documentation challenges leads to violation of  safety and environmental regulations.</a:t>
          </a:r>
          <a:endParaRPr lang="en-US" sz="1200" dirty="0">
            <a:latin typeface="Arial" panose="020B0604020202020204" pitchFamily="34" charset="0"/>
            <a:cs typeface="Arial" panose="020B0604020202020204" pitchFamily="34" charset="0"/>
          </a:endParaRPr>
        </a:p>
      </dgm:t>
    </dgm:pt>
    <dgm:pt modelId="{BB36C1A0-E15F-49F2-A59B-3E9E1F6779C1}" type="parTrans" cxnId="{84016DD6-24B7-44C5-92C5-67830162A57C}">
      <dgm:prSet/>
      <dgm:spPr/>
      <dgm:t>
        <a:bodyPr/>
        <a:lstStyle/>
        <a:p>
          <a:endParaRPr lang="en-US" sz="1200">
            <a:latin typeface="Arial" panose="020B0604020202020204" pitchFamily="34" charset="0"/>
            <a:cs typeface="Arial" panose="020B0604020202020204" pitchFamily="34" charset="0"/>
          </a:endParaRPr>
        </a:p>
      </dgm:t>
    </dgm:pt>
    <dgm:pt modelId="{8F9C70BC-D60D-4EDD-9BD4-62C6C9146B83}" type="sibTrans" cxnId="{84016DD6-24B7-44C5-92C5-67830162A57C}">
      <dgm:prSet/>
      <dgm:spPr/>
      <dgm:t>
        <a:bodyPr/>
        <a:lstStyle/>
        <a:p>
          <a:endParaRPr lang="en-US">
            <a:latin typeface="Arial" panose="020B0604020202020204" pitchFamily="34" charset="0"/>
            <a:cs typeface="Arial" panose="020B0604020202020204" pitchFamily="34" charset="0"/>
          </a:endParaRPr>
        </a:p>
      </dgm:t>
    </dgm:pt>
    <dgm:pt modelId="{A7A180EA-C606-475C-BC79-DCB058CA6EFC}">
      <dgm:prSet phldrT="[Text]" custT="1"/>
      <dgm:spPr/>
      <dgm:t>
        <a:bodyPr/>
        <a:lstStyle/>
        <a:p>
          <a:r>
            <a:rPr lang="en-US" sz="1200" dirty="0">
              <a:solidFill>
                <a:schemeClr val="tx1"/>
              </a:solidFill>
              <a:latin typeface="Arial" panose="020B0604020202020204" pitchFamily="34" charset="0"/>
            </a:rPr>
            <a:t>Competitors with advanced strategies create competitive disadvantages.</a:t>
          </a:r>
          <a:endParaRPr lang="en-US" sz="1200" dirty="0">
            <a:solidFill>
              <a:schemeClr val="tx1"/>
            </a:solidFill>
            <a:latin typeface="Arial" panose="020B0604020202020204" pitchFamily="34" charset="0"/>
            <a:cs typeface="Arial" panose="020B0604020202020204" pitchFamily="34" charset="0"/>
          </a:endParaRPr>
        </a:p>
      </dgm:t>
    </dgm:pt>
    <dgm:pt modelId="{1FA6FBB2-EA2F-453F-B6AE-0FE1DB4E19C3}" type="parTrans" cxnId="{D817CD65-3842-49A8-95B5-D44C529EF4B8}">
      <dgm:prSet/>
      <dgm:spPr/>
      <dgm:t>
        <a:bodyPr/>
        <a:lstStyle/>
        <a:p>
          <a:endParaRPr lang="en-US" sz="1200">
            <a:latin typeface="Arial" panose="020B0604020202020204" pitchFamily="34" charset="0"/>
            <a:cs typeface="Arial" panose="020B0604020202020204" pitchFamily="34" charset="0"/>
          </a:endParaRPr>
        </a:p>
      </dgm:t>
    </dgm:pt>
    <dgm:pt modelId="{B0414C0E-1EFB-4A32-9BF3-F1A752DAC844}" type="sibTrans" cxnId="{D817CD65-3842-49A8-95B5-D44C529EF4B8}">
      <dgm:prSet/>
      <dgm:spPr/>
      <dgm:t>
        <a:bodyPr/>
        <a:lstStyle/>
        <a:p>
          <a:endParaRPr lang="en-US">
            <a:latin typeface="Arial" panose="020B0604020202020204" pitchFamily="34" charset="0"/>
            <a:cs typeface="Arial" panose="020B0604020202020204" pitchFamily="34" charset="0"/>
          </a:endParaRPr>
        </a:p>
      </dgm:t>
    </dgm:pt>
    <dgm:pt modelId="{148D0342-B53E-46A6-9191-32DBD7D095E6}">
      <dgm:prSet phldrT="[Text]" custT="1"/>
      <dgm:spPr/>
      <dgm:t>
        <a:bodyPr/>
        <a:lstStyle/>
        <a:p>
          <a:r>
            <a:rPr lang="en-US" sz="1200" b="1" cap="none" spc="0" dirty="0">
              <a:solidFill>
                <a:schemeClr val="bg1"/>
              </a:solidFill>
              <a:effectLst/>
            </a:rPr>
            <a:t>Reactive nature  &amp; Lack of proactive maintenance</a:t>
          </a:r>
          <a:endParaRPr lang="en-US" sz="1200" dirty="0">
            <a:latin typeface="Arial" panose="020B0604020202020204" pitchFamily="34" charset="0"/>
            <a:cs typeface="Arial" panose="020B0604020202020204" pitchFamily="34" charset="0"/>
          </a:endParaRPr>
        </a:p>
      </dgm:t>
    </dgm:pt>
    <dgm:pt modelId="{9CBEE2E8-CC58-4A6E-B201-1E98364A18B7}" type="parTrans" cxnId="{B9F56EFB-D5B2-4F9F-BA97-6A07743C31FC}">
      <dgm:prSet/>
      <dgm:spPr/>
      <dgm:t>
        <a:bodyPr/>
        <a:lstStyle/>
        <a:p>
          <a:endParaRPr lang="en-US" sz="1200">
            <a:latin typeface="Arial" panose="020B0604020202020204" pitchFamily="34" charset="0"/>
            <a:cs typeface="Arial" panose="020B0604020202020204" pitchFamily="34" charset="0"/>
          </a:endParaRPr>
        </a:p>
      </dgm:t>
    </dgm:pt>
    <dgm:pt modelId="{2C83A554-2F61-4CD5-BDAD-821708E1FEA0}" type="sibTrans" cxnId="{B9F56EFB-D5B2-4F9F-BA97-6A07743C31FC}">
      <dgm:prSet/>
      <dgm:spPr/>
      <dgm:t>
        <a:bodyPr/>
        <a:lstStyle/>
        <a:p>
          <a:endParaRPr lang="en-US">
            <a:latin typeface="Arial" panose="020B0604020202020204" pitchFamily="34" charset="0"/>
            <a:cs typeface="Arial" panose="020B0604020202020204" pitchFamily="34" charset="0"/>
          </a:endParaRPr>
        </a:p>
      </dgm:t>
    </dgm:pt>
    <dgm:pt modelId="{01C643A0-1D81-41E0-8F94-367AD91D230F}">
      <dgm:prSet phldrT="[Text]" custT="1"/>
      <dgm:spPr/>
      <dgm:t>
        <a:bodyPr/>
        <a:lstStyle/>
        <a:p>
          <a:pPr>
            <a:buFont typeface="Arial" panose="020B0604020202020204" pitchFamily="34" charset="0"/>
            <a:buChar char="•"/>
          </a:pPr>
          <a:r>
            <a:rPr lang="en-US" sz="1200" dirty="0">
              <a:solidFill>
                <a:schemeClr val="tx1"/>
              </a:solidFill>
              <a:latin typeface="Arial" panose="020B0604020202020204" pitchFamily="34" charset="0"/>
            </a:rPr>
            <a:t>Maintenance delays cause unexpected downtime and hampers productivity</a:t>
          </a:r>
          <a:endParaRPr lang="en-US" sz="1200" dirty="0">
            <a:solidFill>
              <a:schemeClr val="tx1"/>
            </a:solidFill>
            <a:latin typeface="Arial" panose="020B0604020202020204" pitchFamily="34" charset="0"/>
            <a:cs typeface="Arial" panose="020B0604020202020204" pitchFamily="34" charset="0"/>
          </a:endParaRPr>
        </a:p>
      </dgm:t>
    </dgm:pt>
    <dgm:pt modelId="{BAD822D0-34C9-495E-9579-8DE7443527A7}" type="parTrans" cxnId="{FD9C8AC0-3BB4-4562-90F7-831DCD740A64}">
      <dgm:prSet/>
      <dgm:spPr/>
      <dgm:t>
        <a:bodyPr/>
        <a:lstStyle/>
        <a:p>
          <a:endParaRPr lang="en-US" sz="1200">
            <a:latin typeface="Arial" panose="020B0604020202020204" pitchFamily="34" charset="0"/>
            <a:cs typeface="Arial" panose="020B0604020202020204" pitchFamily="34" charset="0"/>
          </a:endParaRPr>
        </a:p>
      </dgm:t>
    </dgm:pt>
    <dgm:pt modelId="{ACE6EBD5-203B-4E0F-BDB5-A6FD5CFC9C00}" type="sibTrans" cxnId="{FD9C8AC0-3BB4-4562-90F7-831DCD740A64}">
      <dgm:prSet/>
      <dgm:spPr/>
      <dgm:t>
        <a:bodyPr/>
        <a:lstStyle/>
        <a:p>
          <a:endParaRPr lang="en-US">
            <a:latin typeface="Arial" panose="020B0604020202020204" pitchFamily="34" charset="0"/>
            <a:cs typeface="Arial" panose="020B0604020202020204" pitchFamily="34" charset="0"/>
          </a:endParaRPr>
        </a:p>
      </dgm:t>
    </dgm:pt>
    <dgm:pt modelId="{2A539CD5-725D-445C-9767-4904950A9F4D}">
      <dgm:prSet phldrT="[Text]" custT="1"/>
      <dgm:spPr/>
      <dgm:t>
        <a:bodyPr/>
        <a:lstStyle/>
        <a:p>
          <a:endParaRPr lang="en-US" sz="1200" dirty="0">
            <a:solidFill>
              <a:schemeClr val="tx1"/>
            </a:solidFill>
            <a:latin typeface="Arial" panose="020B0604020202020204" pitchFamily="34" charset="0"/>
            <a:cs typeface="Arial" panose="020B0604020202020204" pitchFamily="34" charset="0"/>
          </a:endParaRPr>
        </a:p>
      </dgm:t>
    </dgm:pt>
    <dgm:pt modelId="{68B7C447-C3FB-4BD4-B26C-410278046A82}" type="parTrans" cxnId="{0FE3EDF1-E22C-438D-AED7-29984BE5EDB5}">
      <dgm:prSet/>
      <dgm:spPr/>
      <dgm:t>
        <a:bodyPr/>
        <a:lstStyle/>
        <a:p>
          <a:endParaRPr lang="en-US"/>
        </a:p>
      </dgm:t>
    </dgm:pt>
    <dgm:pt modelId="{94D53B3D-6CCD-4CEF-B2DE-706B9E6DE600}" type="sibTrans" cxnId="{0FE3EDF1-E22C-438D-AED7-29984BE5EDB5}">
      <dgm:prSet/>
      <dgm:spPr/>
      <dgm:t>
        <a:bodyPr/>
        <a:lstStyle/>
        <a:p>
          <a:endParaRPr lang="en-US"/>
        </a:p>
      </dgm:t>
    </dgm:pt>
    <dgm:pt modelId="{8D841506-B100-429D-93AB-072C9163D7E7}">
      <dgm:prSet phldrT="[Text]" custT="1"/>
      <dgm:spPr/>
      <dgm:t>
        <a:bodyPr/>
        <a:lstStyle/>
        <a:p>
          <a:r>
            <a:rPr lang="en-US" sz="1200" dirty="0">
              <a:solidFill>
                <a:schemeClr val="tx1"/>
              </a:solidFill>
              <a:latin typeface="Arial" panose="020B0604020202020204" pitchFamily="34" charset="0"/>
            </a:rPr>
            <a:t>Misaligned maintenance causes over or under-maintenance issues</a:t>
          </a:r>
          <a:endParaRPr lang="en-US" sz="1200" dirty="0">
            <a:solidFill>
              <a:schemeClr val="tx1"/>
            </a:solidFill>
            <a:latin typeface="Arial" panose="020B0604020202020204" pitchFamily="34" charset="0"/>
            <a:cs typeface="Arial" panose="020B0604020202020204" pitchFamily="34" charset="0"/>
          </a:endParaRPr>
        </a:p>
      </dgm:t>
    </dgm:pt>
    <dgm:pt modelId="{9A1AF202-FD32-43A3-8C6B-19F768166340}" type="parTrans" cxnId="{14D617FE-6D40-41DC-9786-3E12B2965906}">
      <dgm:prSet/>
      <dgm:spPr/>
      <dgm:t>
        <a:bodyPr/>
        <a:lstStyle/>
        <a:p>
          <a:endParaRPr lang="en-US"/>
        </a:p>
      </dgm:t>
    </dgm:pt>
    <dgm:pt modelId="{EBA92BFE-2A04-4507-B3CF-64CF4C909A16}" type="sibTrans" cxnId="{14D617FE-6D40-41DC-9786-3E12B2965906}">
      <dgm:prSet/>
      <dgm:spPr/>
      <dgm:t>
        <a:bodyPr/>
        <a:lstStyle/>
        <a:p>
          <a:endParaRPr lang="en-US"/>
        </a:p>
      </dgm:t>
    </dgm:pt>
    <dgm:pt modelId="{F6022CEB-8D62-4B2E-B32A-B7226494F31C}" type="pres">
      <dgm:prSet presAssocID="{DC0BFA35-36D1-4F80-8DC1-D6BB2A98C2FE}" presName="linear" presStyleCnt="0">
        <dgm:presLayoutVars>
          <dgm:dir/>
          <dgm:animLvl val="lvl"/>
          <dgm:resizeHandles val="exact"/>
        </dgm:presLayoutVars>
      </dgm:prSet>
      <dgm:spPr/>
    </dgm:pt>
    <dgm:pt modelId="{93DED1DD-5E47-417D-99AE-CC0D76E25E7F}" type="pres">
      <dgm:prSet presAssocID="{148D0342-B53E-46A6-9191-32DBD7D095E6}" presName="parentLin" presStyleCnt="0"/>
      <dgm:spPr/>
    </dgm:pt>
    <dgm:pt modelId="{E9C3C525-71A6-426A-A79D-62ACF0B4D498}" type="pres">
      <dgm:prSet presAssocID="{148D0342-B53E-46A6-9191-32DBD7D095E6}" presName="parentLeftMargin" presStyleLbl="node1" presStyleIdx="0" presStyleCnt="6"/>
      <dgm:spPr/>
    </dgm:pt>
    <dgm:pt modelId="{A16681DA-839D-4C92-844E-E4B559CC3672}" type="pres">
      <dgm:prSet presAssocID="{148D0342-B53E-46A6-9191-32DBD7D095E6}" presName="parentText" presStyleLbl="node1" presStyleIdx="0" presStyleCnt="6">
        <dgm:presLayoutVars>
          <dgm:chMax val="0"/>
          <dgm:bulletEnabled val="1"/>
        </dgm:presLayoutVars>
      </dgm:prSet>
      <dgm:spPr/>
    </dgm:pt>
    <dgm:pt modelId="{54CB33C0-1305-4763-BDD9-B1F12383A9BB}" type="pres">
      <dgm:prSet presAssocID="{148D0342-B53E-46A6-9191-32DBD7D095E6}" presName="negativeSpace" presStyleCnt="0"/>
      <dgm:spPr/>
    </dgm:pt>
    <dgm:pt modelId="{CCB765E2-35A4-4C9F-8123-02F187881FEC}" type="pres">
      <dgm:prSet presAssocID="{148D0342-B53E-46A6-9191-32DBD7D095E6}" presName="childText" presStyleLbl="conFgAcc1" presStyleIdx="0" presStyleCnt="6" custLinFactNeighborY="-19691">
        <dgm:presLayoutVars>
          <dgm:bulletEnabled val="1"/>
        </dgm:presLayoutVars>
      </dgm:prSet>
      <dgm:spPr/>
    </dgm:pt>
    <dgm:pt modelId="{866AB9C4-9A00-4559-9AFB-CC715FD5CAB8}" type="pres">
      <dgm:prSet presAssocID="{2C83A554-2F61-4CD5-BDAD-821708E1FEA0}" presName="spaceBetweenRectangles" presStyleCnt="0"/>
      <dgm:spPr/>
    </dgm:pt>
    <dgm:pt modelId="{76F0807C-417F-4EB9-8A33-9F3A02CDADDD}" type="pres">
      <dgm:prSet presAssocID="{64EDD1DF-3736-47CA-B07F-3FB135E8FA05}" presName="parentLin" presStyleCnt="0"/>
      <dgm:spPr/>
    </dgm:pt>
    <dgm:pt modelId="{477F50DC-9C8A-4AE4-BA13-BC1614D13366}" type="pres">
      <dgm:prSet presAssocID="{64EDD1DF-3736-47CA-B07F-3FB135E8FA05}" presName="parentLeftMargin" presStyleLbl="node1" presStyleIdx="0" presStyleCnt="6"/>
      <dgm:spPr/>
    </dgm:pt>
    <dgm:pt modelId="{E9C0A8C9-A808-417D-B83A-7F5AEF45B8B7}" type="pres">
      <dgm:prSet presAssocID="{64EDD1DF-3736-47CA-B07F-3FB135E8FA05}" presName="parentText" presStyleLbl="node1" presStyleIdx="1" presStyleCnt="6">
        <dgm:presLayoutVars>
          <dgm:chMax val="0"/>
          <dgm:bulletEnabled val="1"/>
        </dgm:presLayoutVars>
      </dgm:prSet>
      <dgm:spPr/>
    </dgm:pt>
    <dgm:pt modelId="{F0B47BFD-41B8-471B-9267-9FD681FB9675}" type="pres">
      <dgm:prSet presAssocID="{64EDD1DF-3736-47CA-B07F-3FB135E8FA05}" presName="negativeSpace" presStyleCnt="0"/>
      <dgm:spPr/>
    </dgm:pt>
    <dgm:pt modelId="{F96BF644-3926-4C25-BF5B-122562DC26EA}" type="pres">
      <dgm:prSet presAssocID="{64EDD1DF-3736-47CA-B07F-3FB135E8FA05}" presName="childText" presStyleLbl="conFgAcc1" presStyleIdx="1" presStyleCnt="6">
        <dgm:presLayoutVars>
          <dgm:bulletEnabled val="1"/>
        </dgm:presLayoutVars>
      </dgm:prSet>
      <dgm:spPr/>
    </dgm:pt>
    <dgm:pt modelId="{97A95987-23CF-416C-BBC1-D775DD001820}" type="pres">
      <dgm:prSet presAssocID="{D02BBFC4-D634-4730-946A-112EB640A0D8}" presName="spaceBetweenRectangles" presStyleCnt="0"/>
      <dgm:spPr/>
    </dgm:pt>
    <dgm:pt modelId="{76F66CB3-78E3-4358-B7DB-CCE8CB9D5EC8}" type="pres">
      <dgm:prSet presAssocID="{1AB4F731-36E6-4F05-B8B3-510A94783597}" presName="parentLin" presStyleCnt="0"/>
      <dgm:spPr/>
    </dgm:pt>
    <dgm:pt modelId="{7C4645CE-64E2-4272-9BFF-B341E95D02A3}" type="pres">
      <dgm:prSet presAssocID="{1AB4F731-36E6-4F05-B8B3-510A94783597}" presName="parentLeftMargin" presStyleLbl="node1" presStyleIdx="1" presStyleCnt="6"/>
      <dgm:spPr/>
    </dgm:pt>
    <dgm:pt modelId="{CC674E30-0A06-432F-B87A-92A73A9C4D67}" type="pres">
      <dgm:prSet presAssocID="{1AB4F731-36E6-4F05-B8B3-510A94783597}" presName="parentText" presStyleLbl="node1" presStyleIdx="2" presStyleCnt="6">
        <dgm:presLayoutVars>
          <dgm:chMax val="0"/>
          <dgm:bulletEnabled val="1"/>
        </dgm:presLayoutVars>
      </dgm:prSet>
      <dgm:spPr/>
    </dgm:pt>
    <dgm:pt modelId="{C29BAC0C-B41D-45F8-ACB6-76B96FCBF32A}" type="pres">
      <dgm:prSet presAssocID="{1AB4F731-36E6-4F05-B8B3-510A94783597}" presName="negativeSpace" presStyleCnt="0"/>
      <dgm:spPr/>
    </dgm:pt>
    <dgm:pt modelId="{62AEDB4C-9D8D-40E4-BD7C-9F1622A78306}" type="pres">
      <dgm:prSet presAssocID="{1AB4F731-36E6-4F05-B8B3-510A94783597}" presName="childText" presStyleLbl="conFgAcc1" presStyleIdx="2" presStyleCnt="6">
        <dgm:presLayoutVars>
          <dgm:bulletEnabled val="1"/>
        </dgm:presLayoutVars>
      </dgm:prSet>
      <dgm:spPr/>
    </dgm:pt>
    <dgm:pt modelId="{BB87D2B6-045A-4759-AEF8-A13CBA129DA2}" type="pres">
      <dgm:prSet presAssocID="{76DE0CE8-3238-492C-8EAF-D336AFC70559}" presName="spaceBetweenRectangles" presStyleCnt="0"/>
      <dgm:spPr/>
    </dgm:pt>
    <dgm:pt modelId="{A2DF6A3C-16C6-407D-A922-08D7D247555B}" type="pres">
      <dgm:prSet presAssocID="{DE6F554B-A2ED-44A4-945B-7B9C3682A919}" presName="parentLin" presStyleCnt="0"/>
      <dgm:spPr/>
    </dgm:pt>
    <dgm:pt modelId="{6A2E1801-0707-4B7A-863C-A6F54CE0DFEE}" type="pres">
      <dgm:prSet presAssocID="{DE6F554B-A2ED-44A4-945B-7B9C3682A919}" presName="parentLeftMargin" presStyleLbl="node1" presStyleIdx="2" presStyleCnt="6"/>
      <dgm:spPr/>
    </dgm:pt>
    <dgm:pt modelId="{698F5819-B33C-4712-A31D-ABC3FBA8BE78}" type="pres">
      <dgm:prSet presAssocID="{DE6F554B-A2ED-44A4-945B-7B9C3682A919}" presName="parentText" presStyleLbl="node1" presStyleIdx="3" presStyleCnt="6">
        <dgm:presLayoutVars>
          <dgm:chMax val="0"/>
          <dgm:bulletEnabled val="1"/>
        </dgm:presLayoutVars>
      </dgm:prSet>
      <dgm:spPr/>
    </dgm:pt>
    <dgm:pt modelId="{4A979E12-0CCB-4549-B949-0D1437B074D2}" type="pres">
      <dgm:prSet presAssocID="{DE6F554B-A2ED-44A4-945B-7B9C3682A919}" presName="negativeSpace" presStyleCnt="0"/>
      <dgm:spPr/>
    </dgm:pt>
    <dgm:pt modelId="{3F02F7CB-8F9A-490D-A9B3-8C794BCC5BE1}" type="pres">
      <dgm:prSet presAssocID="{DE6F554B-A2ED-44A4-945B-7B9C3682A919}" presName="childText" presStyleLbl="conFgAcc1" presStyleIdx="3" presStyleCnt="6">
        <dgm:presLayoutVars>
          <dgm:bulletEnabled val="1"/>
        </dgm:presLayoutVars>
      </dgm:prSet>
      <dgm:spPr/>
    </dgm:pt>
    <dgm:pt modelId="{D9EBE148-EB39-4BEE-9240-6D7E1FCCFF6A}" type="pres">
      <dgm:prSet presAssocID="{EA63432E-F9BA-4544-87E6-C040B367C4D3}" presName="spaceBetweenRectangles" presStyleCnt="0"/>
      <dgm:spPr/>
    </dgm:pt>
    <dgm:pt modelId="{5EE27F05-7515-4292-B68C-8EECF7A60242}" type="pres">
      <dgm:prSet presAssocID="{E5F98C77-7490-4363-87DE-02E570CD1F19}" presName="parentLin" presStyleCnt="0"/>
      <dgm:spPr/>
    </dgm:pt>
    <dgm:pt modelId="{2863F5AA-6F85-4BF6-9BFD-F262A09F9A61}" type="pres">
      <dgm:prSet presAssocID="{E5F98C77-7490-4363-87DE-02E570CD1F19}" presName="parentLeftMargin" presStyleLbl="node1" presStyleIdx="3" presStyleCnt="6"/>
      <dgm:spPr/>
    </dgm:pt>
    <dgm:pt modelId="{0C142B36-56FC-4BC8-9F26-10380CFD80F5}" type="pres">
      <dgm:prSet presAssocID="{E5F98C77-7490-4363-87DE-02E570CD1F19}" presName="parentText" presStyleLbl="node1" presStyleIdx="4" presStyleCnt="6">
        <dgm:presLayoutVars>
          <dgm:chMax val="0"/>
          <dgm:bulletEnabled val="1"/>
        </dgm:presLayoutVars>
      </dgm:prSet>
      <dgm:spPr/>
    </dgm:pt>
    <dgm:pt modelId="{B817D799-0424-4457-B6EA-618CA67FBB2C}" type="pres">
      <dgm:prSet presAssocID="{E5F98C77-7490-4363-87DE-02E570CD1F19}" presName="negativeSpace" presStyleCnt="0"/>
      <dgm:spPr/>
    </dgm:pt>
    <dgm:pt modelId="{AFF0C8F9-FF50-493C-992D-5BB927678D5E}" type="pres">
      <dgm:prSet presAssocID="{E5F98C77-7490-4363-87DE-02E570CD1F19}" presName="childText" presStyleLbl="conFgAcc1" presStyleIdx="4" presStyleCnt="6">
        <dgm:presLayoutVars>
          <dgm:bulletEnabled val="1"/>
        </dgm:presLayoutVars>
      </dgm:prSet>
      <dgm:spPr/>
    </dgm:pt>
    <dgm:pt modelId="{C3A9CD9F-77D4-4D5F-A5B1-34C7CF8A673D}" type="pres">
      <dgm:prSet presAssocID="{C19A1258-8248-4A77-8226-523286737069}" presName="spaceBetweenRectangles" presStyleCnt="0"/>
      <dgm:spPr/>
    </dgm:pt>
    <dgm:pt modelId="{BC3C2C55-3C4F-410A-AB33-E8A4C4C02963}" type="pres">
      <dgm:prSet presAssocID="{35831DF3-80CC-43C7-B484-C088EDAA42EF}" presName="parentLin" presStyleCnt="0"/>
      <dgm:spPr/>
    </dgm:pt>
    <dgm:pt modelId="{8CE584E8-6030-421D-A1CC-0F96388C4C8A}" type="pres">
      <dgm:prSet presAssocID="{35831DF3-80CC-43C7-B484-C088EDAA42EF}" presName="parentLeftMargin" presStyleLbl="node1" presStyleIdx="4" presStyleCnt="6"/>
      <dgm:spPr/>
    </dgm:pt>
    <dgm:pt modelId="{A73BAB25-7B36-4C46-AD92-35FAFE76F4BA}" type="pres">
      <dgm:prSet presAssocID="{35831DF3-80CC-43C7-B484-C088EDAA42EF}" presName="parentText" presStyleLbl="node1" presStyleIdx="5" presStyleCnt="6">
        <dgm:presLayoutVars>
          <dgm:chMax val="0"/>
          <dgm:bulletEnabled val="1"/>
        </dgm:presLayoutVars>
      </dgm:prSet>
      <dgm:spPr/>
    </dgm:pt>
    <dgm:pt modelId="{A5C6D6B1-C5AC-4377-8E10-2D7675D7F765}" type="pres">
      <dgm:prSet presAssocID="{35831DF3-80CC-43C7-B484-C088EDAA42EF}" presName="negativeSpace" presStyleCnt="0"/>
      <dgm:spPr/>
    </dgm:pt>
    <dgm:pt modelId="{34F7F51E-2ABA-4554-8FC3-C41F808F7E3A}" type="pres">
      <dgm:prSet presAssocID="{35831DF3-80CC-43C7-B484-C088EDAA42EF}" presName="childText" presStyleLbl="conFgAcc1" presStyleIdx="5" presStyleCnt="6">
        <dgm:presLayoutVars>
          <dgm:bulletEnabled val="1"/>
        </dgm:presLayoutVars>
      </dgm:prSet>
      <dgm:spPr/>
    </dgm:pt>
  </dgm:ptLst>
  <dgm:cxnLst>
    <dgm:cxn modelId="{8B087202-E042-4624-98AA-FEC357DEFBE0}" type="presOf" srcId="{8D841506-B100-429D-93AB-072C9163D7E7}" destId="{CCB765E2-35A4-4C9F-8123-02F187881FEC}" srcOrd="0" destOrd="1" presId="urn:microsoft.com/office/officeart/2005/8/layout/list1"/>
    <dgm:cxn modelId="{6530B606-EBA0-4A91-A111-7D0FD41D6DE7}" srcId="{1AB4F731-36E6-4F05-B8B3-510A94783597}" destId="{53FACFD3-F112-448B-B57B-E9E802B2F82E}" srcOrd="0" destOrd="0" parTransId="{776EA24C-98DD-40E1-ADAF-E74BE6822C8E}" sibTransId="{41F887B5-EF4F-494F-BE0F-E61A9A1AF37C}"/>
    <dgm:cxn modelId="{7663AB11-82AC-4FAD-9C2C-C0E3B647C786}" srcId="{DC0BFA35-36D1-4F80-8DC1-D6BB2A98C2FE}" destId="{E5F98C77-7490-4363-87DE-02E570CD1F19}" srcOrd="4" destOrd="0" parTransId="{8A25D467-EED1-4085-9A8F-14408E63ACB3}" sibTransId="{C19A1258-8248-4A77-8226-523286737069}"/>
    <dgm:cxn modelId="{DF0C3719-1898-4584-ABE8-A95DA592F4A2}" type="presOf" srcId="{DE6F554B-A2ED-44A4-945B-7B9C3682A919}" destId="{6A2E1801-0707-4B7A-863C-A6F54CE0DFEE}" srcOrd="0" destOrd="0" presId="urn:microsoft.com/office/officeart/2005/8/layout/list1"/>
    <dgm:cxn modelId="{698DA119-C82C-4A5B-81A4-BB9AB8477246}" type="presOf" srcId="{2A539CD5-725D-445C-9767-4904950A9F4D}" destId="{F96BF644-3926-4C25-BF5B-122562DC26EA}" srcOrd="0" destOrd="1" presId="urn:microsoft.com/office/officeart/2005/8/layout/list1"/>
    <dgm:cxn modelId="{F75CFE23-B9CD-4EC5-8607-7B4DA0FF3935}" srcId="{DC0BFA35-36D1-4F80-8DC1-D6BB2A98C2FE}" destId="{1AB4F731-36E6-4F05-B8B3-510A94783597}" srcOrd="2" destOrd="0" parTransId="{739DD152-59A1-46A2-AC80-46455DA6CF07}" sibTransId="{76DE0CE8-3238-492C-8EAF-D336AFC70559}"/>
    <dgm:cxn modelId="{660D8024-2B44-4AD6-B26B-F226962FE3F8}" type="presOf" srcId="{A7A180EA-C606-475C-BC79-DCB058CA6EFC}" destId="{34F7F51E-2ABA-4554-8FC3-C41F808F7E3A}" srcOrd="0" destOrd="0" presId="urn:microsoft.com/office/officeart/2005/8/layout/list1"/>
    <dgm:cxn modelId="{B3BED434-7A99-439A-B168-E8207A2251F2}" srcId="{DE6F554B-A2ED-44A4-945B-7B9C3682A919}" destId="{A717A2FC-50D2-484A-BE15-4B90C38ABDA4}" srcOrd="0" destOrd="0" parTransId="{8C6F0020-5E3C-4EC1-8F10-3BE06493C7A2}" sibTransId="{2DFFAE75-D88E-47DF-9598-0EA0D26455F0}"/>
    <dgm:cxn modelId="{22AFE83B-0B10-4D32-813C-6E52A7450A6C}" type="presOf" srcId="{DE6F554B-A2ED-44A4-945B-7B9C3682A919}" destId="{698F5819-B33C-4712-A31D-ABC3FBA8BE78}" srcOrd="1" destOrd="0" presId="urn:microsoft.com/office/officeart/2005/8/layout/list1"/>
    <dgm:cxn modelId="{518AD35B-93AF-4CC1-8A1E-56F367FAB1C9}" srcId="{DC0BFA35-36D1-4F80-8DC1-D6BB2A98C2FE}" destId="{35831DF3-80CC-43C7-B484-C088EDAA42EF}" srcOrd="5" destOrd="0" parTransId="{6533CBAC-CB1F-49B2-BF69-A58C3B5CC84A}" sibTransId="{3FCFEB37-6651-4C18-8E96-8EB96329CCF6}"/>
    <dgm:cxn modelId="{AEDF8341-8BA2-4FFA-B48B-BB58C33A9864}" type="presOf" srcId="{01C643A0-1D81-41E0-8F94-367AD91D230F}" destId="{CCB765E2-35A4-4C9F-8123-02F187881FEC}" srcOrd="0" destOrd="0" presId="urn:microsoft.com/office/officeart/2005/8/layout/list1"/>
    <dgm:cxn modelId="{0FFFDA62-0D72-4B95-849E-C5FEE780C773}" type="presOf" srcId="{1AB4F731-36E6-4F05-B8B3-510A94783597}" destId="{CC674E30-0A06-432F-B87A-92A73A9C4D67}" srcOrd="1" destOrd="0" presId="urn:microsoft.com/office/officeart/2005/8/layout/list1"/>
    <dgm:cxn modelId="{D817CD65-3842-49A8-95B5-D44C529EF4B8}" srcId="{35831DF3-80CC-43C7-B484-C088EDAA42EF}" destId="{A7A180EA-C606-475C-BC79-DCB058CA6EFC}" srcOrd="0" destOrd="0" parTransId="{1FA6FBB2-EA2F-453F-B6AE-0FE1DB4E19C3}" sibTransId="{B0414C0E-1EFB-4A32-9BF3-F1A752DAC844}"/>
    <dgm:cxn modelId="{D78F3347-D364-4790-AD3B-A46159EB0868}" type="presOf" srcId="{53FACFD3-F112-448B-B57B-E9E802B2F82E}" destId="{62AEDB4C-9D8D-40E4-BD7C-9F1622A78306}" srcOrd="0" destOrd="0" presId="urn:microsoft.com/office/officeart/2005/8/layout/list1"/>
    <dgm:cxn modelId="{B17E4F6A-DD6B-42C4-AF02-D720966132CA}" type="presOf" srcId="{E5F98C77-7490-4363-87DE-02E570CD1F19}" destId="{2863F5AA-6F85-4BF6-9BFD-F262A09F9A61}" srcOrd="0" destOrd="0" presId="urn:microsoft.com/office/officeart/2005/8/layout/list1"/>
    <dgm:cxn modelId="{3AC0444E-532A-454D-BF18-7A47D6541927}" type="presOf" srcId="{C9A8DD5A-AC74-4289-BA57-4B31C5698BEB}" destId="{AFF0C8F9-FF50-493C-992D-5BB927678D5E}" srcOrd="0" destOrd="0" presId="urn:microsoft.com/office/officeart/2005/8/layout/list1"/>
    <dgm:cxn modelId="{ABFF1775-9761-49F4-B2B0-1DC6459E62B2}" type="presOf" srcId="{64EDD1DF-3736-47CA-B07F-3FB135E8FA05}" destId="{E9C0A8C9-A808-417D-B83A-7F5AEF45B8B7}" srcOrd="1" destOrd="0" presId="urn:microsoft.com/office/officeart/2005/8/layout/list1"/>
    <dgm:cxn modelId="{730CED7F-D1D0-4471-A480-B3253D0416A2}" type="presOf" srcId="{E5F98C77-7490-4363-87DE-02E570CD1F19}" destId="{0C142B36-56FC-4BC8-9F26-10380CFD80F5}" srcOrd="1" destOrd="0" presId="urn:microsoft.com/office/officeart/2005/8/layout/list1"/>
    <dgm:cxn modelId="{EA339080-A1A7-497C-8FAE-4CD4B45A2F01}" type="presOf" srcId="{1AB4F731-36E6-4F05-B8B3-510A94783597}" destId="{7C4645CE-64E2-4272-9BFF-B341E95D02A3}" srcOrd="0" destOrd="0" presId="urn:microsoft.com/office/officeart/2005/8/layout/list1"/>
    <dgm:cxn modelId="{11A0D785-2C23-4598-A635-C31BAD8158B3}" type="presOf" srcId="{148D0342-B53E-46A6-9191-32DBD7D095E6}" destId="{E9C3C525-71A6-426A-A79D-62ACF0B4D498}" srcOrd="0" destOrd="0" presId="urn:microsoft.com/office/officeart/2005/8/layout/list1"/>
    <dgm:cxn modelId="{9FCE178F-A74E-41AB-8E07-4F6D6DC1E793}" type="presOf" srcId="{64EDD1DF-3736-47CA-B07F-3FB135E8FA05}" destId="{477F50DC-9C8A-4AE4-BA13-BC1614D13366}" srcOrd="0" destOrd="0" presId="urn:microsoft.com/office/officeart/2005/8/layout/list1"/>
    <dgm:cxn modelId="{6FBD8B94-C578-4895-AF54-4E1C29FB3876}" type="presOf" srcId="{35831DF3-80CC-43C7-B484-C088EDAA42EF}" destId="{A73BAB25-7B36-4C46-AD92-35FAFE76F4BA}" srcOrd="1" destOrd="0" presId="urn:microsoft.com/office/officeart/2005/8/layout/list1"/>
    <dgm:cxn modelId="{5E28FE99-CEF4-4521-A1E0-5338D91E0D46}" type="presOf" srcId="{591FCBE2-9F0A-48EF-B73C-CEE69790523C}" destId="{F96BF644-3926-4C25-BF5B-122562DC26EA}" srcOrd="0" destOrd="0" presId="urn:microsoft.com/office/officeart/2005/8/layout/list1"/>
    <dgm:cxn modelId="{2460C6A7-E76E-4F60-9B08-275FE76A23E9}" type="presOf" srcId="{DC0BFA35-36D1-4F80-8DC1-D6BB2A98C2FE}" destId="{F6022CEB-8D62-4B2E-B32A-B7226494F31C}" srcOrd="0" destOrd="0" presId="urn:microsoft.com/office/officeart/2005/8/layout/list1"/>
    <dgm:cxn modelId="{1FE42BA8-2769-4B41-9611-02F18A4BD286}" type="presOf" srcId="{A717A2FC-50D2-484A-BE15-4B90C38ABDA4}" destId="{3F02F7CB-8F9A-490D-A9B3-8C794BCC5BE1}" srcOrd="0" destOrd="0" presId="urn:microsoft.com/office/officeart/2005/8/layout/list1"/>
    <dgm:cxn modelId="{50E377B2-B6BA-4D51-883B-25B23EACCA4A}" srcId="{DC0BFA35-36D1-4F80-8DC1-D6BB2A98C2FE}" destId="{DE6F554B-A2ED-44A4-945B-7B9C3682A919}" srcOrd="3" destOrd="0" parTransId="{61191835-6A15-4B0C-A9D5-D5DA4487119D}" sibTransId="{EA63432E-F9BA-4544-87E6-C040B367C4D3}"/>
    <dgm:cxn modelId="{FC1F06B9-1CF5-4A6E-961B-A074F1A95AC2}" srcId="{DC0BFA35-36D1-4F80-8DC1-D6BB2A98C2FE}" destId="{64EDD1DF-3736-47CA-B07F-3FB135E8FA05}" srcOrd="1" destOrd="0" parTransId="{94FCC89F-C4EC-450C-ABCA-2F008A5EB2D2}" sibTransId="{D02BBFC4-D634-4730-946A-112EB640A0D8}"/>
    <dgm:cxn modelId="{E5E558BD-A684-4CA6-A242-6E1DAEAB906B}" type="presOf" srcId="{148D0342-B53E-46A6-9191-32DBD7D095E6}" destId="{A16681DA-839D-4C92-844E-E4B559CC3672}" srcOrd="1" destOrd="0" presId="urn:microsoft.com/office/officeart/2005/8/layout/list1"/>
    <dgm:cxn modelId="{FD9C8AC0-3BB4-4562-90F7-831DCD740A64}" srcId="{148D0342-B53E-46A6-9191-32DBD7D095E6}" destId="{01C643A0-1D81-41E0-8F94-367AD91D230F}" srcOrd="0" destOrd="0" parTransId="{BAD822D0-34C9-495E-9579-8DE7443527A7}" sibTransId="{ACE6EBD5-203B-4E0F-BDB5-A6FD5CFC9C00}"/>
    <dgm:cxn modelId="{84016DD6-24B7-44C5-92C5-67830162A57C}" srcId="{E5F98C77-7490-4363-87DE-02E570CD1F19}" destId="{C9A8DD5A-AC74-4289-BA57-4B31C5698BEB}" srcOrd="0" destOrd="0" parTransId="{BB36C1A0-E15F-49F2-A59B-3E9E1F6779C1}" sibTransId="{8F9C70BC-D60D-4EDD-9BD4-62C6C9146B83}"/>
    <dgm:cxn modelId="{703D0BE2-66D4-4337-8F73-4CBE767C3E8F}" type="presOf" srcId="{35831DF3-80CC-43C7-B484-C088EDAA42EF}" destId="{8CE584E8-6030-421D-A1CC-0F96388C4C8A}" srcOrd="0" destOrd="0" presId="urn:microsoft.com/office/officeart/2005/8/layout/list1"/>
    <dgm:cxn modelId="{920BF3F0-B648-4CF0-A95D-6E1D7BAE5A60}" srcId="{64EDD1DF-3736-47CA-B07F-3FB135E8FA05}" destId="{591FCBE2-9F0A-48EF-B73C-CEE69790523C}" srcOrd="0" destOrd="0" parTransId="{54D8D65C-D238-475B-9316-CC74BF313AC0}" sibTransId="{985E5910-4085-4FB6-9F2F-FDC531A175BF}"/>
    <dgm:cxn modelId="{0FE3EDF1-E22C-438D-AED7-29984BE5EDB5}" srcId="{64EDD1DF-3736-47CA-B07F-3FB135E8FA05}" destId="{2A539CD5-725D-445C-9767-4904950A9F4D}" srcOrd="1" destOrd="0" parTransId="{68B7C447-C3FB-4BD4-B26C-410278046A82}" sibTransId="{94D53B3D-6CCD-4CEF-B2DE-706B9E6DE600}"/>
    <dgm:cxn modelId="{B9F56EFB-D5B2-4F9F-BA97-6A07743C31FC}" srcId="{DC0BFA35-36D1-4F80-8DC1-D6BB2A98C2FE}" destId="{148D0342-B53E-46A6-9191-32DBD7D095E6}" srcOrd="0" destOrd="0" parTransId="{9CBEE2E8-CC58-4A6E-B201-1E98364A18B7}" sibTransId="{2C83A554-2F61-4CD5-BDAD-821708E1FEA0}"/>
    <dgm:cxn modelId="{14D617FE-6D40-41DC-9786-3E12B2965906}" srcId="{148D0342-B53E-46A6-9191-32DBD7D095E6}" destId="{8D841506-B100-429D-93AB-072C9163D7E7}" srcOrd="1" destOrd="0" parTransId="{9A1AF202-FD32-43A3-8C6B-19F768166340}" sibTransId="{EBA92BFE-2A04-4507-B3CF-64CF4C909A16}"/>
    <dgm:cxn modelId="{814FA5BD-551A-4088-AF7A-C439CEB103BA}" type="presParOf" srcId="{F6022CEB-8D62-4B2E-B32A-B7226494F31C}" destId="{93DED1DD-5E47-417D-99AE-CC0D76E25E7F}" srcOrd="0" destOrd="0" presId="urn:microsoft.com/office/officeart/2005/8/layout/list1"/>
    <dgm:cxn modelId="{46D35B47-325E-4E67-9224-E7CEA8B6B22E}" type="presParOf" srcId="{93DED1DD-5E47-417D-99AE-CC0D76E25E7F}" destId="{E9C3C525-71A6-426A-A79D-62ACF0B4D498}" srcOrd="0" destOrd="0" presId="urn:microsoft.com/office/officeart/2005/8/layout/list1"/>
    <dgm:cxn modelId="{2D7E8084-E4B3-47CB-A12A-F9F19D06AC26}" type="presParOf" srcId="{93DED1DD-5E47-417D-99AE-CC0D76E25E7F}" destId="{A16681DA-839D-4C92-844E-E4B559CC3672}" srcOrd="1" destOrd="0" presId="urn:microsoft.com/office/officeart/2005/8/layout/list1"/>
    <dgm:cxn modelId="{D0E94B2D-8658-4721-92E3-8815DE29E547}" type="presParOf" srcId="{F6022CEB-8D62-4B2E-B32A-B7226494F31C}" destId="{54CB33C0-1305-4763-BDD9-B1F12383A9BB}" srcOrd="1" destOrd="0" presId="urn:microsoft.com/office/officeart/2005/8/layout/list1"/>
    <dgm:cxn modelId="{0EFD16C6-C445-4DA4-A848-1273105EE134}" type="presParOf" srcId="{F6022CEB-8D62-4B2E-B32A-B7226494F31C}" destId="{CCB765E2-35A4-4C9F-8123-02F187881FEC}" srcOrd="2" destOrd="0" presId="urn:microsoft.com/office/officeart/2005/8/layout/list1"/>
    <dgm:cxn modelId="{2E1152AB-0398-4138-84E1-3148FF90117C}" type="presParOf" srcId="{F6022CEB-8D62-4B2E-B32A-B7226494F31C}" destId="{866AB9C4-9A00-4559-9AFB-CC715FD5CAB8}" srcOrd="3" destOrd="0" presId="urn:microsoft.com/office/officeart/2005/8/layout/list1"/>
    <dgm:cxn modelId="{0E30EA54-C372-4E01-B7B3-1DA131C49C06}" type="presParOf" srcId="{F6022CEB-8D62-4B2E-B32A-B7226494F31C}" destId="{76F0807C-417F-4EB9-8A33-9F3A02CDADDD}" srcOrd="4" destOrd="0" presId="urn:microsoft.com/office/officeart/2005/8/layout/list1"/>
    <dgm:cxn modelId="{28DCA4B2-1F8B-4BDF-8950-12AC145EE98B}" type="presParOf" srcId="{76F0807C-417F-4EB9-8A33-9F3A02CDADDD}" destId="{477F50DC-9C8A-4AE4-BA13-BC1614D13366}" srcOrd="0" destOrd="0" presId="urn:microsoft.com/office/officeart/2005/8/layout/list1"/>
    <dgm:cxn modelId="{31FEB698-66BA-4FEA-A5EE-A96DDCA6E2B4}" type="presParOf" srcId="{76F0807C-417F-4EB9-8A33-9F3A02CDADDD}" destId="{E9C0A8C9-A808-417D-B83A-7F5AEF45B8B7}" srcOrd="1" destOrd="0" presId="urn:microsoft.com/office/officeart/2005/8/layout/list1"/>
    <dgm:cxn modelId="{D5AAF2CC-31FF-478C-A314-737D6070019E}" type="presParOf" srcId="{F6022CEB-8D62-4B2E-B32A-B7226494F31C}" destId="{F0B47BFD-41B8-471B-9267-9FD681FB9675}" srcOrd="5" destOrd="0" presId="urn:microsoft.com/office/officeart/2005/8/layout/list1"/>
    <dgm:cxn modelId="{321157A5-79AB-4461-89E9-49520D3A5854}" type="presParOf" srcId="{F6022CEB-8D62-4B2E-B32A-B7226494F31C}" destId="{F96BF644-3926-4C25-BF5B-122562DC26EA}" srcOrd="6" destOrd="0" presId="urn:microsoft.com/office/officeart/2005/8/layout/list1"/>
    <dgm:cxn modelId="{F9873B16-8AE7-479C-B6CB-922CC3240C9B}" type="presParOf" srcId="{F6022CEB-8D62-4B2E-B32A-B7226494F31C}" destId="{97A95987-23CF-416C-BBC1-D775DD001820}" srcOrd="7" destOrd="0" presId="urn:microsoft.com/office/officeart/2005/8/layout/list1"/>
    <dgm:cxn modelId="{744FF297-A54F-4100-AD34-3C3604B09E7F}" type="presParOf" srcId="{F6022CEB-8D62-4B2E-B32A-B7226494F31C}" destId="{76F66CB3-78E3-4358-B7DB-CCE8CB9D5EC8}" srcOrd="8" destOrd="0" presId="urn:microsoft.com/office/officeart/2005/8/layout/list1"/>
    <dgm:cxn modelId="{9004DEC1-CBE7-4DE5-B7FB-C6C99168234E}" type="presParOf" srcId="{76F66CB3-78E3-4358-B7DB-CCE8CB9D5EC8}" destId="{7C4645CE-64E2-4272-9BFF-B341E95D02A3}" srcOrd="0" destOrd="0" presId="urn:microsoft.com/office/officeart/2005/8/layout/list1"/>
    <dgm:cxn modelId="{20FC5B3E-A497-4776-9B3E-38967F59A99B}" type="presParOf" srcId="{76F66CB3-78E3-4358-B7DB-CCE8CB9D5EC8}" destId="{CC674E30-0A06-432F-B87A-92A73A9C4D67}" srcOrd="1" destOrd="0" presId="urn:microsoft.com/office/officeart/2005/8/layout/list1"/>
    <dgm:cxn modelId="{98C3D601-047D-4297-A456-6DCE6217C7FE}" type="presParOf" srcId="{F6022CEB-8D62-4B2E-B32A-B7226494F31C}" destId="{C29BAC0C-B41D-45F8-ACB6-76B96FCBF32A}" srcOrd="9" destOrd="0" presId="urn:microsoft.com/office/officeart/2005/8/layout/list1"/>
    <dgm:cxn modelId="{E5214B9E-566C-4399-8233-92F3B3ABA55C}" type="presParOf" srcId="{F6022CEB-8D62-4B2E-B32A-B7226494F31C}" destId="{62AEDB4C-9D8D-40E4-BD7C-9F1622A78306}" srcOrd="10" destOrd="0" presId="urn:microsoft.com/office/officeart/2005/8/layout/list1"/>
    <dgm:cxn modelId="{3FAB1099-4B85-477A-AC95-72AAC8C5E5B0}" type="presParOf" srcId="{F6022CEB-8D62-4B2E-B32A-B7226494F31C}" destId="{BB87D2B6-045A-4759-AEF8-A13CBA129DA2}" srcOrd="11" destOrd="0" presId="urn:microsoft.com/office/officeart/2005/8/layout/list1"/>
    <dgm:cxn modelId="{90F5F856-EB3C-4ED8-9AD0-AF38C504652B}" type="presParOf" srcId="{F6022CEB-8D62-4B2E-B32A-B7226494F31C}" destId="{A2DF6A3C-16C6-407D-A922-08D7D247555B}" srcOrd="12" destOrd="0" presId="urn:microsoft.com/office/officeart/2005/8/layout/list1"/>
    <dgm:cxn modelId="{3EF41BFA-E04E-430A-B4E4-9F0F547F8470}" type="presParOf" srcId="{A2DF6A3C-16C6-407D-A922-08D7D247555B}" destId="{6A2E1801-0707-4B7A-863C-A6F54CE0DFEE}" srcOrd="0" destOrd="0" presId="urn:microsoft.com/office/officeart/2005/8/layout/list1"/>
    <dgm:cxn modelId="{F4D9A1AF-9F38-412B-8758-D67DEF794CBC}" type="presParOf" srcId="{A2DF6A3C-16C6-407D-A922-08D7D247555B}" destId="{698F5819-B33C-4712-A31D-ABC3FBA8BE78}" srcOrd="1" destOrd="0" presId="urn:microsoft.com/office/officeart/2005/8/layout/list1"/>
    <dgm:cxn modelId="{599C5112-688C-4C91-977C-AA6BA2EA91A3}" type="presParOf" srcId="{F6022CEB-8D62-4B2E-B32A-B7226494F31C}" destId="{4A979E12-0CCB-4549-B949-0D1437B074D2}" srcOrd="13" destOrd="0" presId="urn:microsoft.com/office/officeart/2005/8/layout/list1"/>
    <dgm:cxn modelId="{CA9561B8-4B06-47B7-BEDD-F88FB81D4884}" type="presParOf" srcId="{F6022CEB-8D62-4B2E-B32A-B7226494F31C}" destId="{3F02F7CB-8F9A-490D-A9B3-8C794BCC5BE1}" srcOrd="14" destOrd="0" presId="urn:microsoft.com/office/officeart/2005/8/layout/list1"/>
    <dgm:cxn modelId="{5AEA1ADC-CE2C-4A2C-9C0F-C0FED2D51328}" type="presParOf" srcId="{F6022CEB-8D62-4B2E-B32A-B7226494F31C}" destId="{D9EBE148-EB39-4BEE-9240-6D7E1FCCFF6A}" srcOrd="15" destOrd="0" presId="urn:microsoft.com/office/officeart/2005/8/layout/list1"/>
    <dgm:cxn modelId="{C3744BA9-E910-4633-89B6-96CA29A6D050}" type="presParOf" srcId="{F6022CEB-8D62-4B2E-B32A-B7226494F31C}" destId="{5EE27F05-7515-4292-B68C-8EECF7A60242}" srcOrd="16" destOrd="0" presId="urn:microsoft.com/office/officeart/2005/8/layout/list1"/>
    <dgm:cxn modelId="{749F1D5C-DC3D-41B6-9293-EB56BCEEB783}" type="presParOf" srcId="{5EE27F05-7515-4292-B68C-8EECF7A60242}" destId="{2863F5AA-6F85-4BF6-9BFD-F262A09F9A61}" srcOrd="0" destOrd="0" presId="urn:microsoft.com/office/officeart/2005/8/layout/list1"/>
    <dgm:cxn modelId="{3986D37F-49E4-4780-B1D9-6908545627DE}" type="presParOf" srcId="{5EE27F05-7515-4292-B68C-8EECF7A60242}" destId="{0C142B36-56FC-4BC8-9F26-10380CFD80F5}" srcOrd="1" destOrd="0" presId="urn:microsoft.com/office/officeart/2005/8/layout/list1"/>
    <dgm:cxn modelId="{B67A0A50-4A93-4158-BDBF-9090AF4BCA7F}" type="presParOf" srcId="{F6022CEB-8D62-4B2E-B32A-B7226494F31C}" destId="{B817D799-0424-4457-B6EA-618CA67FBB2C}" srcOrd="17" destOrd="0" presId="urn:microsoft.com/office/officeart/2005/8/layout/list1"/>
    <dgm:cxn modelId="{6568D960-4C06-4000-B46A-0EA5B13535C5}" type="presParOf" srcId="{F6022CEB-8D62-4B2E-B32A-B7226494F31C}" destId="{AFF0C8F9-FF50-493C-992D-5BB927678D5E}" srcOrd="18" destOrd="0" presId="urn:microsoft.com/office/officeart/2005/8/layout/list1"/>
    <dgm:cxn modelId="{BA948A45-C589-434A-AF84-C6EBE5BE0B4D}" type="presParOf" srcId="{F6022CEB-8D62-4B2E-B32A-B7226494F31C}" destId="{C3A9CD9F-77D4-4D5F-A5B1-34C7CF8A673D}" srcOrd="19" destOrd="0" presId="urn:microsoft.com/office/officeart/2005/8/layout/list1"/>
    <dgm:cxn modelId="{F7A02639-9609-4BE6-8F1E-4808BF64FFF4}" type="presParOf" srcId="{F6022CEB-8D62-4B2E-B32A-B7226494F31C}" destId="{BC3C2C55-3C4F-410A-AB33-E8A4C4C02963}" srcOrd="20" destOrd="0" presId="urn:microsoft.com/office/officeart/2005/8/layout/list1"/>
    <dgm:cxn modelId="{21338D3D-1CC7-473E-A31C-9F3C0655603B}" type="presParOf" srcId="{BC3C2C55-3C4F-410A-AB33-E8A4C4C02963}" destId="{8CE584E8-6030-421D-A1CC-0F96388C4C8A}" srcOrd="0" destOrd="0" presId="urn:microsoft.com/office/officeart/2005/8/layout/list1"/>
    <dgm:cxn modelId="{378156CB-0146-487E-B4B5-F8E4B231E0C2}" type="presParOf" srcId="{BC3C2C55-3C4F-410A-AB33-E8A4C4C02963}" destId="{A73BAB25-7B36-4C46-AD92-35FAFE76F4BA}" srcOrd="1" destOrd="0" presId="urn:microsoft.com/office/officeart/2005/8/layout/list1"/>
    <dgm:cxn modelId="{F60F145A-9E48-4ABD-8E10-5F23EBBA7D65}" type="presParOf" srcId="{F6022CEB-8D62-4B2E-B32A-B7226494F31C}" destId="{A5C6D6B1-C5AC-4377-8E10-2D7675D7F765}" srcOrd="21" destOrd="0" presId="urn:microsoft.com/office/officeart/2005/8/layout/list1"/>
    <dgm:cxn modelId="{76DDEF4C-E2AD-434D-A8B6-4005260F96F7}" type="presParOf" srcId="{F6022CEB-8D62-4B2E-B32A-B7226494F31C}" destId="{34F7F51E-2ABA-4554-8FC3-C41F808F7E3A}"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CCC9F9-20F3-4DB2-AADF-DF4857798065}" type="doc">
      <dgm:prSet loTypeId="urn:microsoft.com/office/officeart/2024/3/layout/verticalVisualTextBlock1" loCatId="Picture" qsTypeId="urn:microsoft.com/office/officeart/2005/8/quickstyle/simple4" qsCatId="simple" csTypeId="urn:microsoft.com/office/officeart/2005/8/colors/accent2_2" csCatId="accent2" phldr="1"/>
      <dgm:spPr/>
      <dgm:t>
        <a:bodyPr/>
        <a:lstStyle/>
        <a:p>
          <a:endParaRPr lang="en-US"/>
        </a:p>
      </dgm:t>
    </dgm:pt>
    <dgm:pt modelId="{941B162D-0789-4138-9C7F-A993E2C83E94}">
      <dgm:prSet/>
      <dgm:spPr/>
      <dgm:t>
        <a:bodyPr/>
        <a:lstStyle/>
        <a:p>
          <a:pPr>
            <a:defRPr b="1"/>
          </a:pPr>
          <a:r>
            <a:rPr lang="en-US" b="1" i="0"/>
            <a:t>Intelligent Monitoring &amp; Decision-Making</a:t>
          </a:r>
          <a:endParaRPr lang="en-US"/>
        </a:p>
      </dgm:t>
    </dgm:pt>
    <dgm:pt modelId="{6ED4707D-425C-4D94-94AF-8A0671820BAD}" type="parTrans" cxnId="{61DE4C78-1958-4AAA-BE21-DEE12C6C8CE8}">
      <dgm:prSet/>
      <dgm:spPr/>
      <dgm:t>
        <a:bodyPr/>
        <a:lstStyle/>
        <a:p>
          <a:endParaRPr lang="en-US"/>
        </a:p>
      </dgm:t>
    </dgm:pt>
    <dgm:pt modelId="{D8F7ACC1-7560-48F7-BE08-7A31418AC2E1}" type="sibTrans" cxnId="{61DE4C78-1958-4AAA-BE21-DEE12C6C8CE8}">
      <dgm:prSet/>
      <dgm:spPr/>
      <dgm:t>
        <a:bodyPr/>
        <a:lstStyle/>
        <a:p>
          <a:pPr>
            <a:defRPr b="1"/>
          </a:pPr>
          <a:endParaRPr lang="en-US"/>
        </a:p>
      </dgm:t>
    </dgm:pt>
    <dgm:pt modelId="{29EA0797-50A9-4DC6-B9E0-917F352F5830}">
      <dgm:prSet/>
      <dgm:spPr/>
      <dgm:t>
        <a:bodyPr/>
        <a:lstStyle/>
        <a:p>
          <a:r>
            <a:rPr lang="en-US" b="0" i="0"/>
            <a:t>The AI agent monitors data, detects issues, and autonomously suggests corrective actions for scheduling maintenance</a:t>
          </a:r>
          <a:r>
            <a:rPr lang="en-US"/>
            <a:t>.</a:t>
          </a:r>
        </a:p>
      </dgm:t>
    </dgm:pt>
    <dgm:pt modelId="{61E53DF8-C3F0-4C39-B245-69BF265AB87C}" type="parTrans" cxnId="{3B64A940-B1BB-4C1E-8F80-6A2E19AB4810}">
      <dgm:prSet/>
      <dgm:spPr/>
      <dgm:t>
        <a:bodyPr/>
        <a:lstStyle/>
        <a:p>
          <a:endParaRPr lang="en-US"/>
        </a:p>
      </dgm:t>
    </dgm:pt>
    <dgm:pt modelId="{664B6F2F-2818-43DD-80EA-7F41025CCCF4}" type="sibTrans" cxnId="{3B64A940-B1BB-4C1E-8F80-6A2E19AB4810}">
      <dgm:prSet/>
      <dgm:spPr/>
      <dgm:t>
        <a:bodyPr/>
        <a:lstStyle/>
        <a:p>
          <a:endParaRPr lang="en-US"/>
        </a:p>
      </dgm:t>
    </dgm:pt>
    <dgm:pt modelId="{62CA6A43-E3CB-4231-8B72-119F9AA3E7F6}">
      <dgm:prSet/>
      <dgm:spPr/>
      <dgm:t>
        <a:bodyPr/>
        <a:lstStyle/>
        <a:p>
          <a:pPr>
            <a:defRPr b="1"/>
          </a:pPr>
          <a:r>
            <a:rPr lang="en-US"/>
            <a:t>User-Friendly AI tool enabling </a:t>
          </a:r>
          <a:r>
            <a:rPr lang="en-US" b="1" i="0"/>
            <a:t>Conversational Interaction</a:t>
          </a:r>
          <a:endParaRPr lang="en-US"/>
        </a:p>
      </dgm:t>
    </dgm:pt>
    <dgm:pt modelId="{69B2AF55-3158-45FD-8D06-81906D3690CC}" type="parTrans" cxnId="{078FD610-4482-48F5-A597-048C3DED2746}">
      <dgm:prSet/>
      <dgm:spPr/>
      <dgm:t>
        <a:bodyPr/>
        <a:lstStyle/>
        <a:p>
          <a:endParaRPr lang="en-US"/>
        </a:p>
      </dgm:t>
    </dgm:pt>
    <dgm:pt modelId="{A4C08A3D-EFAA-4106-BFCA-B93644233E23}" type="sibTrans" cxnId="{078FD610-4482-48F5-A597-048C3DED2746}">
      <dgm:prSet/>
      <dgm:spPr/>
      <dgm:t>
        <a:bodyPr/>
        <a:lstStyle/>
        <a:p>
          <a:pPr>
            <a:defRPr b="1"/>
          </a:pPr>
          <a:endParaRPr lang="en-US"/>
        </a:p>
      </dgm:t>
    </dgm:pt>
    <dgm:pt modelId="{98307AE7-6BE8-4E1A-9FB3-C6E694883F49}">
      <dgm:prSet/>
      <dgm:spPr/>
      <dgm:t>
        <a:bodyPr/>
        <a:lstStyle/>
        <a:p>
          <a:r>
            <a:rPr lang="en-US"/>
            <a:t>We aim to create a user-friendly user interface  where </a:t>
          </a:r>
          <a:r>
            <a:rPr lang="en-US" b="0" i="0"/>
            <a:t>Maintenance teams can interact with the agent via chatbot to access real-time insights and request specific actions</a:t>
          </a:r>
          <a:r>
            <a:rPr lang="en-US"/>
            <a:t>.</a:t>
          </a:r>
        </a:p>
      </dgm:t>
    </dgm:pt>
    <dgm:pt modelId="{89DFBA58-CA53-40FE-8E47-C7504DF9D9D7}" type="parTrans" cxnId="{C6031CCD-D548-49BF-8860-2093FDCDFAF2}">
      <dgm:prSet/>
      <dgm:spPr/>
      <dgm:t>
        <a:bodyPr/>
        <a:lstStyle/>
        <a:p>
          <a:endParaRPr lang="en-US"/>
        </a:p>
      </dgm:t>
    </dgm:pt>
    <dgm:pt modelId="{D4523C3D-E2DD-4B81-826E-001D2E6BCA14}" type="sibTrans" cxnId="{C6031CCD-D548-49BF-8860-2093FDCDFAF2}">
      <dgm:prSet/>
      <dgm:spPr/>
      <dgm:t>
        <a:bodyPr/>
        <a:lstStyle/>
        <a:p>
          <a:endParaRPr lang="en-US"/>
        </a:p>
      </dgm:t>
    </dgm:pt>
    <dgm:pt modelId="{DF577C55-1AD1-4A38-91DE-0A6E92FF3910}">
      <dgm:prSet/>
      <dgm:spPr/>
      <dgm:t>
        <a:bodyPr/>
        <a:lstStyle/>
        <a:p>
          <a:pPr>
            <a:defRPr b="1"/>
          </a:pPr>
          <a:r>
            <a:rPr lang="en-US" b="1" i="0"/>
            <a:t>Dynamic Learning &amp; Adaptation</a:t>
          </a:r>
          <a:endParaRPr lang="en-US"/>
        </a:p>
      </dgm:t>
    </dgm:pt>
    <dgm:pt modelId="{EA479EF6-5EF3-4DAF-9417-E41A1BA203E9}" type="parTrans" cxnId="{B75C9F67-5887-410F-8C77-F324D257782D}">
      <dgm:prSet/>
      <dgm:spPr/>
      <dgm:t>
        <a:bodyPr/>
        <a:lstStyle/>
        <a:p>
          <a:endParaRPr lang="en-US"/>
        </a:p>
      </dgm:t>
    </dgm:pt>
    <dgm:pt modelId="{AA5EF0B2-7A3E-4A61-AD98-91075BD7227E}" type="sibTrans" cxnId="{B75C9F67-5887-410F-8C77-F324D257782D}">
      <dgm:prSet/>
      <dgm:spPr/>
      <dgm:t>
        <a:bodyPr/>
        <a:lstStyle/>
        <a:p>
          <a:pPr>
            <a:defRPr b="1"/>
          </a:pPr>
          <a:endParaRPr lang="en-US"/>
        </a:p>
      </dgm:t>
    </dgm:pt>
    <dgm:pt modelId="{098B90C5-1B53-4BE7-9C92-5F29FB408EB2}">
      <dgm:prSet/>
      <dgm:spPr/>
      <dgm:t>
        <a:bodyPr/>
        <a:lstStyle/>
        <a:p>
          <a:r>
            <a:rPr lang="en-US" b="0" i="0"/>
            <a:t>The agent learns from new data, past failures, and feedback to refine predictions and decision-making over time. Also, It can adjust thresholds and recommends operating changes to prevent future issues</a:t>
          </a:r>
          <a:endParaRPr lang="en-US"/>
        </a:p>
      </dgm:t>
    </dgm:pt>
    <dgm:pt modelId="{F5D4BE8F-C5D2-4CE5-ABF5-0E45C9820DB1}" type="parTrans" cxnId="{EF96E71C-A2CE-4FFE-9DFD-B3CFA14E3B00}">
      <dgm:prSet/>
      <dgm:spPr/>
      <dgm:t>
        <a:bodyPr/>
        <a:lstStyle/>
        <a:p>
          <a:endParaRPr lang="en-US"/>
        </a:p>
      </dgm:t>
    </dgm:pt>
    <dgm:pt modelId="{1F4C2BDF-A5A8-477B-B318-F43A3D460F46}" type="sibTrans" cxnId="{EF96E71C-A2CE-4FFE-9DFD-B3CFA14E3B00}">
      <dgm:prSet/>
      <dgm:spPr/>
      <dgm:t>
        <a:bodyPr/>
        <a:lstStyle/>
        <a:p>
          <a:endParaRPr lang="en-US"/>
        </a:p>
      </dgm:t>
    </dgm:pt>
    <dgm:pt modelId="{C1EA36BD-D116-4620-AFFD-ED7960F5DEE7}">
      <dgm:prSet/>
      <dgm:spPr/>
      <dgm:t>
        <a:bodyPr/>
        <a:lstStyle/>
        <a:p>
          <a:pPr>
            <a:defRPr b="1"/>
          </a:pPr>
          <a:r>
            <a:rPr lang="en-US" b="1" i="0" dirty="0"/>
            <a:t>Automated Alerts ,Reporting &amp; Compliance</a:t>
          </a:r>
          <a:endParaRPr lang="en-US" dirty="0"/>
        </a:p>
      </dgm:t>
    </dgm:pt>
    <dgm:pt modelId="{C82771BE-7AE2-4835-924A-C4872E33EC05}" type="parTrans" cxnId="{01C4C829-3FCD-40FB-83F3-1995BB2E1515}">
      <dgm:prSet/>
      <dgm:spPr/>
      <dgm:t>
        <a:bodyPr/>
        <a:lstStyle/>
        <a:p>
          <a:endParaRPr lang="en-US"/>
        </a:p>
      </dgm:t>
    </dgm:pt>
    <dgm:pt modelId="{C5711327-18AF-4A3D-92A6-EE16D6E99E49}" type="sibTrans" cxnId="{01C4C829-3FCD-40FB-83F3-1995BB2E1515}">
      <dgm:prSet/>
      <dgm:spPr/>
      <dgm:t>
        <a:bodyPr/>
        <a:lstStyle/>
        <a:p>
          <a:endParaRPr lang="en-US"/>
        </a:p>
      </dgm:t>
    </dgm:pt>
    <dgm:pt modelId="{21CF561A-E46E-4A3D-9EA8-66FCB2E7B000}">
      <dgm:prSet/>
      <dgm:spPr/>
      <dgm:t>
        <a:bodyPr/>
        <a:lstStyle/>
        <a:p>
          <a:r>
            <a:rPr lang="en-US" b="0" i="0"/>
            <a:t>Automatically send alerts , recommend actions &amp; stats. Also,  generates reports summarizing maintenance actions &amp; performance metrics.</a:t>
          </a:r>
          <a:endParaRPr lang="en-US"/>
        </a:p>
      </dgm:t>
    </dgm:pt>
    <dgm:pt modelId="{95881749-5D26-4298-BED2-B7A9261CAC7D}" type="parTrans" cxnId="{09E5B735-B31E-4884-8898-29D484E27E01}">
      <dgm:prSet/>
      <dgm:spPr/>
      <dgm:t>
        <a:bodyPr/>
        <a:lstStyle/>
        <a:p>
          <a:endParaRPr lang="en-US"/>
        </a:p>
      </dgm:t>
    </dgm:pt>
    <dgm:pt modelId="{5B7D748D-58E4-47C0-B459-87DE9B255FCD}" type="sibTrans" cxnId="{09E5B735-B31E-4884-8898-29D484E27E01}">
      <dgm:prSet/>
      <dgm:spPr/>
      <dgm:t>
        <a:bodyPr/>
        <a:lstStyle/>
        <a:p>
          <a:endParaRPr lang="en-US"/>
        </a:p>
      </dgm:t>
    </dgm:pt>
    <dgm:pt modelId="{6B2C6A59-81CB-4767-9A84-C63A3C6C9234}" type="pres">
      <dgm:prSet presAssocID="{FDCCC9F9-20F3-4DB2-AADF-DF4857798065}" presName="Root" presStyleCnt="0">
        <dgm:presLayoutVars>
          <dgm:dir/>
          <dgm:resizeHandles val="exact"/>
        </dgm:presLayoutVars>
      </dgm:prSet>
      <dgm:spPr/>
    </dgm:pt>
    <dgm:pt modelId="{B054F265-0AED-45EF-BCFC-2F074561DF10}" type="pres">
      <dgm:prSet presAssocID="{941B162D-0789-4138-9C7F-A993E2C83E94}" presName="Composite" presStyleCnt="0"/>
      <dgm:spPr/>
    </dgm:pt>
    <dgm:pt modelId="{E32372F9-E1AF-4A30-A27D-A3EC4D592D4D}" type="pres">
      <dgm:prSet presAssocID="{941B162D-0789-4138-9C7F-A993E2C83E94}" presName="Picture" presStyleLbl="node1"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r="33249" b="-2"/>
          <a:stretch>
            <a:fillRect l="-25000" r="-25000"/>
          </a:stretch>
        </a:blipFill>
      </dgm:spPr>
      <dgm:extLst>
        <a:ext uri="{E40237B7-FDA0-4F09-8148-C483321AD2D9}">
          <dgm14:cNvPr xmlns:dgm14="http://schemas.microsoft.com/office/drawing/2010/diagram" id="0" name="" descr="Touch screen technology"/>
        </a:ext>
      </dgm:extLst>
    </dgm:pt>
    <dgm:pt modelId="{453063D1-22DF-4C1E-937B-EF57F3A98681}" type="pres">
      <dgm:prSet presAssocID="{941B162D-0789-4138-9C7F-A993E2C83E94}" presName="Subtitle" presStyleLbl="revTx" presStyleIdx="0" presStyleCnt="8">
        <dgm:presLayoutVars>
          <dgm:chMax val="0"/>
          <dgm:bulletEnabled/>
        </dgm:presLayoutVars>
      </dgm:prSet>
      <dgm:spPr/>
    </dgm:pt>
    <dgm:pt modelId="{98A7A888-CE01-4AA8-9A2F-EFD7395D0FF5}" type="pres">
      <dgm:prSet presAssocID="{941B162D-0789-4138-9C7F-A993E2C83E94}" presName="Description" presStyleLbl="revTx" presStyleIdx="1" presStyleCnt="8">
        <dgm:presLayoutVars>
          <dgm:bulletEnabled/>
        </dgm:presLayoutVars>
      </dgm:prSet>
      <dgm:spPr/>
    </dgm:pt>
    <dgm:pt modelId="{9582DCA0-C2E0-44AC-89CC-756E7A763D81}" type="pres">
      <dgm:prSet presAssocID="{D8F7ACC1-7560-48F7-BE08-7A31418AC2E1}" presName="sibTrans" presStyleLbl="sibTrans2D1" presStyleIdx="0" presStyleCnt="0"/>
      <dgm:spPr/>
    </dgm:pt>
    <dgm:pt modelId="{279E8AC0-1B7F-4573-8604-A7F2D3EBA9C5}" type="pres">
      <dgm:prSet presAssocID="{62CA6A43-E3CB-4231-8B72-119F9AA3E7F6}" presName="Composite" presStyleCnt="0"/>
      <dgm:spPr/>
    </dgm:pt>
    <dgm:pt modelId="{46B1D3EC-B9B4-4A8A-B90A-A92CA8A0A302}" type="pres">
      <dgm:prSet presAssocID="{62CA6A43-E3CB-4231-8B72-119F9AA3E7F6}" presName="Picture" presStyleLbl="node1" presStyleIdx="1"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extLst>
        <a:ext uri="{E40237B7-FDA0-4F09-8148-C483321AD2D9}">
          <dgm14:cNvPr xmlns:dgm14="http://schemas.microsoft.com/office/drawing/2010/diagram" id="0" name="" descr="&quot;Set of icons for organisation.  Includes documents, search icons, folders, etc  Hi Res raster file.Note that all images are my own design.&quot;"/>
        </a:ext>
      </dgm:extLst>
    </dgm:pt>
    <dgm:pt modelId="{F83F7869-96EA-418A-AEEA-3489FB37E333}" type="pres">
      <dgm:prSet presAssocID="{62CA6A43-E3CB-4231-8B72-119F9AA3E7F6}" presName="Subtitle" presStyleLbl="revTx" presStyleIdx="2" presStyleCnt="8">
        <dgm:presLayoutVars>
          <dgm:chMax val="0"/>
          <dgm:bulletEnabled/>
        </dgm:presLayoutVars>
      </dgm:prSet>
      <dgm:spPr/>
    </dgm:pt>
    <dgm:pt modelId="{ADE19A59-106D-4955-8F80-7062489F6FED}" type="pres">
      <dgm:prSet presAssocID="{62CA6A43-E3CB-4231-8B72-119F9AA3E7F6}" presName="Description" presStyleLbl="revTx" presStyleIdx="3" presStyleCnt="8">
        <dgm:presLayoutVars>
          <dgm:bulletEnabled/>
        </dgm:presLayoutVars>
      </dgm:prSet>
      <dgm:spPr/>
    </dgm:pt>
    <dgm:pt modelId="{A9695B4F-346B-4454-9F05-E10369172B40}" type="pres">
      <dgm:prSet presAssocID="{A4C08A3D-EFAA-4106-BFCA-B93644233E23}" presName="sibTrans" presStyleLbl="sibTrans2D1" presStyleIdx="0" presStyleCnt="0"/>
      <dgm:spPr/>
    </dgm:pt>
    <dgm:pt modelId="{38689825-4FBE-439E-BEBF-0DC8368BD68F}" type="pres">
      <dgm:prSet presAssocID="{DF577C55-1AD1-4A38-91DE-0A6E92FF3910}" presName="Composite" presStyleCnt="0"/>
      <dgm:spPr/>
    </dgm:pt>
    <dgm:pt modelId="{C96EF436-21F5-4CBB-A285-D834A338D78C}" type="pres">
      <dgm:prSet presAssocID="{DF577C55-1AD1-4A38-91DE-0A6E92FF3910}" presName="Picture" presStyleLbl="node1" presStyleIdx="2" presStyleCnt="4"/>
      <dgm:spPr>
        <a:blipFill>
          <a:blip xmlns:r="http://schemas.openxmlformats.org/officeDocument/2006/relationships" r:embed="rId3">
            <a:extLst>
              <a:ext uri="{28A0092B-C50C-407E-A947-70E740481C1C}">
                <a14:useLocalDpi xmlns:a14="http://schemas.microsoft.com/office/drawing/2010/main" val="0"/>
              </a:ext>
            </a:extLst>
          </a:blip>
          <a:srcRect l="19187" r="14062" b="-2"/>
          <a:stretch>
            <a:fillRect l="-25000" r="-25000"/>
          </a:stretch>
        </a:blipFill>
      </dgm:spPr>
      <dgm:extLst>
        <a:ext uri="{E40237B7-FDA0-4F09-8148-C483321AD2D9}">
          <dgm14:cNvPr xmlns:dgm14="http://schemas.microsoft.com/office/drawing/2010/diagram" id="0" name="" descr="Welcome to the World of Innovation"/>
        </a:ext>
      </dgm:extLst>
    </dgm:pt>
    <dgm:pt modelId="{80F1F415-94D8-4DA9-963E-7FF80A222243}" type="pres">
      <dgm:prSet presAssocID="{DF577C55-1AD1-4A38-91DE-0A6E92FF3910}" presName="Subtitle" presStyleLbl="revTx" presStyleIdx="4" presStyleCnt="8">
        <dgm:presLayoutVars>
          <dgm:chMax val="0"/>
          <dgm:bulletEnabled/>
        </dgm:presLayoutVars>
      </dgm:prSet>
      <dgm:spPr/>
    </dgm:pt>
    <dgm:pt modelId="{9C7B670D-E0A9-4173-8408-230AB4FD000A}" type="pres">
      <dgm:prSet presAssocID="{DF577C55-1AD1-4A38-91DE-0A6E92FF3910}" presName="Description" presStyleLbl="revTx" presStyleIdx="5" presStyleCnt="8">
        <dgm:presLayoutVars>
          <dgm:bulletEnabled/>
        </dgm:presLayoutVars>
      </dgm:prSet>
      <dgm:spPr/>
    </dgm:pt>
    <dgm:pt modelId="{1C152275-E72F-4CCE-BCC0-C05E5F0343F8}" type="pres">
      <dgm:prSet presAssocID="{AA5EF0B2-7A3E-4A61-AD98-91075BD7227E}" presName="sibTrans" presStyleLbl="sibTrans2D1" presStyleIdx="0" presStyleCnt="0"/>
      <dgm:spPr/>
    </dgm:pt>
    <dgm:pt modelId="{6791D5D5-ED30-4138-B8E4-DFF44E2750FB}" type="pres">
      <dgm:prSet presAssocID="{C1EA36BD-D116-4620-AFFD-ED7960F5DEE7}" presName="Composite" presStyleCnt="0"/>
      <dgm:spPr/>
    </dgm:pt>
    <dgm:pt modelId="{330AC75F-3950-4B39-B744-51224E07E643}" type="pres">
      <dgm:prSet presAssocID="{C1EA36BD-D116-4620-AFFD-ED7960F5DEE7}" presName="Picture" presStyleLbl="node1" presStyleIdx="3" presStyleCnt="4"/>
      <dgm:spPr>
        <a:blipFill>
          <a:blip xmlns:r="http://schemas.openxmlformats.org/officeDocument/2006/relationships" r:embed="rId4">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Warning with solid fill"/>
        </a:ext>
      </dgm:extLst>
    </dgm:pt>
    <dgm:pt modelId="{841A8C6D-0FED-4A0A-9EB0-AF7A84541140}" type="pres">
      <dgm:prSet presAssocID="{C1EA36BD-D116-4620-AFFD-ED7960F5DEE7}" presName="Subtitle" presStyleLbl="revTx" presStyleIdx="6" presStyleCnt="8">
        <dgm:presLayoutVars>
          <dgm:chMax val="0"/>
          <dgm:bulletEnabled/>
        </dgm:presLayoutVars>
      </dgm:prSet>
      <dgm:spPr/>
    </dgm:pt>
    <dgm:pt modelId="{8C6F5369-CE9E-42E0-9353-4D912B9B5ACD}" type="pres">
      <dgm:prSet presAssocID="{C1EA36BD-D116-4620-AFFD-ED7960F5DEE7}" presName="Description" presStyleLbl="revTx" presStyleIdx="7" presStyleCnt="8">
        <dgm:presLayoutVars>
          <dgm:bulletEnabled/>
        </dgm:presLayoutVars>
      </dgm:prSet>
      <dgm:spPr/>
    </dgm:pt>
  </dgm:ptLst>
  <dgm:cxnLst>
    <dgm:cxn modelId="{078FD610-4482-48F5-A597-048C3DED2746}" srcId="{FDCCC9F9-20F3-4DB2-AADF-DF4857798065}" destId="{62CA6A43-E3CB-4231-8B72-119F9AA3E7F6}" srcOrd="1" destOrd="0" parTransId="{69B2AF55-3158-45FD-8D06-81906D3690CC}" sibTransId="{A4C08A3D-EFAA-4106-BFCA-B93644233E23}"/>
    <dgm:cxn modelId="{DC37A115-A7F2-498B-8C88-C02031FD4A14}" type="presOf" srcId="{941B162D-0789-4138-9C7F-A993E2C83E94}" destId="{453063D1-22DF-4C1E-937B-EF57F3A98681}" srcOrd="0" destOrd="0" presId="urn:microsoft.com/office/officeart/2024/3/layout/verticalVisualTextBlock1"/>
    <dgm:cxn modelId="{EF96E71C-A2CE-4FFE-9DFD-B3CFA14E3B00}" srcId="{DF577C55-1AD1-4A38-91DE-0A6E92FF3910}" destId="{098B90C5-1B53-4BE7-9C92-5F29FB408EB2}" srcOrd="0" destOrd="0" parTransId="{F5D4BE8F-C5D2-4CE5-ABF5-0E45C9820DB1}" sibTransId="{1F4C2BDF-A5A8-477B-B318-F43A3D460F46}"/>
    <dgm:cxn modelId="{892A5A28-F199-4C6A-9A84-5A56B68DA539}" type="presOf" srcId="{D8F7ACC1-7560-48F7-BE08-7A31418AC2E1}" destId="{9582DCA0-C2E0-44AC-89CC-756E7A763D81}" srcOrd="0" destOrd="0" presId="urn:microsoft.com/office/officeart/2024/3/layout/verticalVisualTextBlock1"/>
    <dgm:cxn modelId="{01C4C829-3FCD-40FB-83F3-1995BB2E1515}" srcId="{FDCCC9F9-20F3-4DB2-AADF-DF4857798065}" destId="{C1EA36BD-D116-4620-AFFD-ED7960F5DEE7}" srcOrd="3" destOrd="0" parTransId="{C82771BE-7AE2-4835-924A-C4872E33EC05}" sibTransId="{C5711327-18AF-4A3D-92A6-EE16D6E99E49}"/>
    <dgm:cxn modelId="{F4FD5930-718B-456C-95D1-BA69B17CD054}" type="presOf" srcId="{62CA6A43-E3CB-4231-8B72-119F9AA3E7F6}" destId="{F83F7869-96EA-418A-AEEA-3489FB37E333}" srcOrd="0" destOrd="0" presId="urn:microsoft.com/office/officeart/2024/3/layout/verticalVisualTextBlock1"/>
    <dgm:cxn modelId="{09E5B735-B31E-4884-8898-29D484E27E01}" srcId="{C1EA36BD-D116-4620-AFFD-ED7960F5DEE7}" destId="{21CF561A-E46E-4A3D-9EA8-66FCB2E7B000}" srcOrd="0" destOrd="0" parTransId="{95881749-5D26-4298-BED2-B7A9261CAC7D}" sibTransId="{5B7D748D-58E4-47C0-B459-87DE9B255FCD}"/>
    <dgm:cxn modelId="{6F677D3B-32FD-4388-A406-41E7998CD603}" type="presOf" srcId="{21CF561A-E46E-4A3D-9EA8-66FCB2E7B000}" destId="{8C6F5369-CE9E-42E0-9353-4D912B9B5ACD}" srcOrd="0" destOrd="0" presId="urn:microsoft.com/office/officeart/2024/3/layout/verticalVisualTextBlock1"/>
    <dgm:cxn modelId="{3B64A940-B1BB-4C1E-8F80-6A2E19AB4810}" srcId="{941B162D-0789-4138-9C7F-A993E2C83E94}" destId="{29EA0797-50A9-4DC6-B9E0-917F352F5830}" srcOrd="0" destOrd="0" parTransId="{61E53DF8-C3F0-4C39-B245-69BF265AB87C}" sibTransId="{664B6F2F-2818-43DD-80EA-7F41025CCCF4}"/>
    <dgm:cxn modelId="{B75C9F67-5887-410F-8C77-F324D257782D}" srcId="{FDCCC9F9-20F3-4DB2-AADF-DF4857798065}" destId="{DF577C55-1AD1-4A38-91DE-0A6E92FF3910}" srcOrd="2" destOrd="0" parTransId="{EA479EF6-5EF3-4DAF-9417-E41A1BA203E9}" sibTransId="{AA5EF0B2-7A3E-4A61-AD98-91075BD7227E}"/>
    <dgm:cxn modelId="{203F6A6D-FE49-458D-8607-8A87B6FD9B59}" type="presOf" srcId="{AA5EF0B2-7A3E-4A61-AD98-91075BD7227E}" destId="{1C152275-E72F-4CCE-BCC0-C05E5F0343F8}" srcOrd="0" destOrd="0" presId="urn:microsoft.com/office/officeart/2024/3/layout/verticalVisualTextBlock1"/>
    <dgm:cxn modelId="{61DE4C78-1958-4AAA-BE21-DEE12C6C8CE8}" srcId="{FDCCC9F9-20F3-4DB2-AADF-DF4857798065}" destId="{941B162D-0789-4138-9C7F-A993E2C83E94}" srcOrd="0" destOrd="0" parTransId="{6ED4707D-425C-4D94-94AF-8A0671820BAD}" sibTransId="{D8F7ACC1-7560-48F7-BE08-7A31418AC2E1}"/>
    <dgm:cxn modelId="{B2A18D7B-B7E8-4322-A67A-FBB205931EA9}" type="presOf" srcId="{FDCCC9F9-20F3-4DB2-AADF-DF4857798065}" destId="{6B2C6A59-81CB-4767-9A84-C63A3C6C9234}" srcOrd="0" destOrd="0" presId="urn:microsoft.com/office/officeart/2024/3/layout/verticalVisualTextBlock1"/>
    <dgm:cxn modelId="{E81D8C97-6C67-4FF3-9708-71133D8A4A1B}" type="presOf" srcId="{098B90C5-1B53-4BE7-9C92-5F29FB408EB2}" destId="{9C7B670D-E0A9-4173-8408-230AB4FD000A}" srcOrd="0" destOrd="0" presId="urn:microsoft.com/office/officeart/2024/3/layout/verticalVisualTextBlock1"/>
    <dgm:cxn modelId="{2333E7AA-0C97-47C4-88F2-81674A119EF5}" type="presOf" srcId="{98307AE7-6BE8-4E1A-9FB3-C6E694883F49}" destId="{ADE19A59-106D-4955-8F80-7062489F6FED}" srcOrd="0" destOrd="0" presId="urn:microsoft.com/office/officeart/2024/3/layout/verticalVisualTextBlock1"/>
    <dgm:cxn modelId="{7200D3B3-22B9-41E5-A349-71585BCF8DED}" type="presOf" srcId="{C1EA36BD-D116-4620-AFFD-ED7960F5DEE7}" destId="{841A8C6D-0FED-4A0A-9EB0-AF7A84541140}" srcOrd="0" destOrd="0" presId="urn:microsoft.com/office/officeart/2024/3/layout/verticalVisualTextBlock1"/>
    <dgm:cxn modelId="{C6031CCD-D548-49BF-8860-2093FDCDFAF2}" srcId="{62CA6A43-E3CB-4231-8B72-119F9AA3E7F6}" destId="{98307AE7-6BE8-4E1A-9FB3-C6E694883F49}" srcOrd="0" destOrd="0" parTransId="{89DFBA58-CA53-40FE-8E47-C7504DF9D9D7}" sibTransId="{D4523C3D-E2DD-4B81-826E-001D2E6BCA14}"/>
    <dgm:cxn modelId="{17280ED2-829B-4B72-AB95-1C8D6F59BF2E}" type="presOf" srcId="{A4C08A3D-EFAA-4106-BFCA-B93644233E23}" destId="{A9695B4F-346B-4454-9F05-E10369172B40}" srcOrd="0" destOrd="0" presId="urn:microsoft.com/office/officeart/2024/3/layout/verticalVisualTextBlock1"/>
    <dgm:cxn modelId="{77BB00E9-D5DE-4163-B032-C9655353DD6F}" type="presOf" srcId="{DF577C55-1AD1-4A38-91DE-0A6E92FF3910}" destId="{80F1F415-94D8-4DA9-963E-7FF80A222243}" srcOrd="0" destOrd="0" presId="urn:microsoft.com/office/officeart/2024/3/layout/verticalVisualTextBlock1"/>
    <dgm:cxn modelId="{F54BD8F9-0999-4481-A251-AF4B8798DF63}" type="presOf" srcId="{29EA0797-50A9-4DC6-B9E0-917F352F5830}" destId="{98A7A888-CE01-4AA8-9A2F-EFD7395D0FF5}" srcOrd="0" destOrd="0" presId="urn:microsoft.com/office/officeart/2024/3/layout/verticalVisualTextBlock1"/>
    <dgm:cxn modelId="{ABDEF40F-E8DA-4DA4-A220-A6F832C6E6A7}" type="presParOf" srcId="{6B2C6A59-81CB-4767-9A84-C63A3C6C9234}" destId="{B054F265-0AED-45EF-BCFC-2F074561DF10}" srcOrd="0" destOrd="0" presId="urn:microsoft.com/office/officeart/2024/3/layout/verticalVisualTextBlock1"/>
    <dgm:cxn modelId="{D9AD5A18-87DF-46FB-AFFB-F764F9CB99F1}" type="presParOf" srcId="{B054F265-0AED-45EF-BCFC-2F074561DF10}" destId="{E32372F9-E1AF-4A30-A27D-A3EC4D592D4D}" srcOrd="0" destOrd="0" presId="urn:microsoft.com/office/officeart/2024/3/layout/verticalVisualTextBlock1"/>
    <dgm:cxn modelId="{82BCCFC5-007B-40D0-B76E-CA1786712AFB}" type="presParOf" srcId="{B054F265-0AED-45EF-BCFC-2F074561DF10}" destId="{453063D1-22DF-4C1E-937B-EF57F3A98681}" srcOrd="1" destOrd="0" presId="urn:microsoft.com/office/officeart/2024/3/layout/verticalVisualTextBlock1"/>
    <dgm:cxn modelId="{1E37EB8C-E2B0-4765-8A88-D7A2E6C953AA}" type="presParOf" srcId="{B054F265-0AED-45EF-BCFC-2F074561DF10}" destId="{98A7A888-CE01-4AA8-9A2F-EFD7395D0FF5}" srcOrd="2" destOrd="0" presId="urn:microsoft.com/office/officeart/2024/3/layout/verticalVisualTextBlock1"/>
    <dgm:cxn modelId="{1D771EA2-068E-4F80-89A1-E30730F0743B}" type="presParOf" srcId="{6B2C6A59-81CB-4767-9A84-C63A3C6C9234}" destId="{9582DCA0-C2E0-44AC-89CC-756E7A763D81}" srcOrd="1" destOrd="0" presId="urn:microsoft.com/office/officeart/2024/3/layout/verticalVisualTextBlock1"/>
    <dgm:cxn modelId="{315AA804-5231-4898-8BE3-C6BB9BA433A6}" type="presParOf" srcId="{6B2C6A59-81CB-4767-9A84-C63A3C6C9234}" destId="{279E8AC0-1B7F-4573-8604-A7F2D3EBA9C5}" srcOrd="2" destOrd="0" presId="urn:microsoft.com/office/officeart/2024/3/layout/verticalVisualTextBlock1"/>
    <dgm:cxn modelId="{FC744831-0779-4F6B-8595-4F230D32C706}" type="presParOf" srcId="{279E8AC0-1B7F-4573-8604-A7F2D3EBA9C5}" destId="{46B1D3EC-B9B4-4A8A-B90A-A92CA8A0A302}" srcOrd="0" destOrd="0" presId="urn:microsoft.com/office/officeart/2024/3/layout/verticalVisualTextBlock1"/>
    <dgm:cxn modelId="{56AB76F2-AC60-4328-8EB1-B739D70AA54A}" type="presParOf" srcId="{279E8AC0-1B7F-4573-8604-A7F2D3EBA9C5}" destId="{F83F7869-96EA-418A-AEEA-3489FB37E333}" srcOrd="1" destOrd="0" presId="urn:microsoft.com/office/officeart/2024/3/layout/verticalVisualTextBlock1"/>
    <dgm:cxn modelId="{7B4C158D-CEBC-4AF1-9D46-2F8A4B92964E}" type="presParOf" srcId="{279E8AC0-1B7F-4573-8604-A7F2D3EBA9C5}" destId="{ADE19A59-106D-4955-8F80-7062489F6FED}" srcOrd="2" destOrd="0" presId="urn:microsoft.com/office/officeart/2024/3/layout/verticalVisualTextBlock1"/>
    <dgm:cxn modelId="{E1E3BBBD-90BF-48D8-9B7B-D76C5ECADB0D}" type="presParOf" srcId="{6B2C6A59-81CB-4767-9A84-C63A3C6C9234}" destId="{A9695B4F-346B-4454-9F05-E10369172B40}" srcOrd="3" destOrd="0" presId="urn:microsoft.com/office/officeart/2024/3/layout/verticalVisualTextBlock1"/>
    <dgm:cxn modelId="{6A6CA23E-315D-4D92-B8C2-6E87E53418E2}" type="presParOf" srcId="{6B2C6A59-81CB-4767-9A84-C63A3C6C9234}" destId="{38689825-4FBE-439E-BEBF-0DC8368BD68F}" srcOrd="4" destOrd="0" presId="urn:microsoft.com/office/officeart/2024/3/layout/verticalVisualTextBlock1"/>
    <dgm:cxn modelId="{642021EA-CA25-4316-82C7-A24785B1EEFD}" type="presParOf" srcId="{38689825-4FBE-439E-BEBF-0DC8368BD68F}" destId="{C96EF436-21F5-4CBB-A285-D834A338D78C}" srcOrd="0" destOrd="0" presId="urn:microsoft.com/office/officeart/2024/3/layout/verticalVisualTextBlock1"/>
    <dgm:cxn modelId="{284645C6-C44A-41AB-9E43-10674CA5DC08}" type="presParOf" srcId="{38689825-4FBE-439E-BEBF-0DC8368BD68F}" destId="{80F1F415-94D8-4DA9-963E-7FF80A222243}" srcOrd="1" destOrd="0" presId="urn:microsoft.com/office/officeart/2024/3/layout/verticalVisualTextBlock1"/>
    <dgm:cxn modelId="{D69D3EC0-A68B-48EF-BA41-E452FAD0C346}" type="presParOf" srcId="{38689825-4FBE-439E-BEBF-0DC8368BD68F}" destId="{9C7B670D-E0A9-4173-8408-230AB4FD000A}" srcOrd="2" destOrd="0" presId="urn:microsoft.com/office/officeart/2024/3/layout/verticalVisualTextBlock1"/>
    <dgm:cxn modelId="{23B18E70-B84B-4B6F-B6C5-79D4604F92E6}" type="presParOf" srcId="{6B2C6A59-81CB-4767-9A84-C63A3C6C9234}" destId="{1C152275-E72F-4CCE-BCC0-C05E5F0343F8}" srcOrd="5" destOrd="0" presId="urn:microsoft.com/office/officeart/2024/3/layout/verticalVisualTextBlock1"/>
    <dgm:cxn modelId="{7359C203-AF1C-4118-9206-7571440D800B}" type="presParOf" srcId="{6B2C6A59-81CB-4767-9A84-C63A3C6C9234}" destId="{6791D5D5-ED30-4138-B8E4-DFF44E2750FB}" srcOrd="6" destOrd="0" presId="urn:microsoft.com/office/officeart/2024/3/layout/verticalVisualTextBlock1"/>
    <dgm:cxn modelId="{628A5034-A375-4EDB-953A-911FA4FD6B21}" type="presParOf" srcId="{6791D5D5-ED30-4138-B8E4-DFF44E2750FB}" destId="{330AC75F-3950-4B39-B744-51224E07E643}" srcOrd="0" destOrd="0" presId="urn:microsoft.com/office/officeart/2024/3/layout/verticalVisualTextBlock1"/>
    <dgm:cxn modelId="{5BDE4803-AFD6-4F24-A889-C3AAEF46B7E2}" type="presParOf" srcId="{6791D5D5-ED30-4138-B8E4-DFF44E2750FB}" destId="{841A8C6D-0FED-4A0A-9EB0-AF7A84541140}" srcOrd="1" destOrd="0" presId="urn:microsoft.com/office/officeart/2024/3/layout/verticalVisualTextBlock1"/>
    <dgm:cxn modelId="{2C9C4522-08D4-4530-B007-323EA36A97A6}" type="presParOf" srcId="{6791D5D5-ED30-4138-B8E4-DFF44E2750FB}" destId="{8C6F5369-CE9E-42E0-9353-4D912B9B5ACD}" srcOrd="2" destOrd="0" presId="urn:microsoft.com/office/officeart/2024/3/layout/verticalVisualTextBlock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0AAB0DD-C902-4087-833F-140A07B2BF4C}"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93F924F0-6475-460B-B67F-632230869F78}">
      <dgm:prSet custT="1">
        <dgm:style>
          <a:lnRef idx="2">
            <a:schemeClr val="accent4"/>
          </a:lnRef>
          <a:fillRef idx="1">
            <a:schemeClr val="lt1"/>
          </a:fillRef>
          <a:effectRef idx="0">
            <a:schemeClr val="accent4"/>
          </a:effectRef>
          <a:fontRef idx="minor">
            <a:schemeClr val="dk1"/>
          </a:fontRef>
        </dgm:style>
      </dgm:prSet>
      <dgm:spPr/>
      <dgm:t>
        <a:bodyPr/>
        <a:lstStyle/>
        <a:p>
          <a:r>
            <a:rPr lang="en-US" sz="1400" dirty="0"/>
            <a:t>Automated Alerts &amp; Notification</a:t>
          </a:r>
        </a:p>
      </dgm:t>
    </dgm:pt>
    <dgm:pt modelId="{3830368A-674F-4786-98B6-BB716DBB5CCC}" type="parTrans" cxnId="{45B10388-B398-4F3D-A26A-8942786EB39D}">
      <dgm:prSet/>
      <dgm:spPr/>
      <dgm:t>
        <a:bodyPr/>
        <a:lstStyle/>
        <a:p>
          <a:endParaRPr lang="en-US"/>
        </a:p>
      </dgm:t>
    </dgm:pt>
    <dgm:pt modelId="{C6FCB1F0-2C35-434D-B0D7-A1204EF257F3}" type="sibTrans" cxnId="{45B10388-B398-4F3D-A26A-8942786EB39D}">
      <dgm:prSet/>
      <dgm:spPr/>
      <dgm:t>
        <a:bodyPr/>
        <a:lstStyle/>
        <a:p>
          <a:endParaRPr lang="en-US"/>
        </a:p>
      </dgm:t>
    </dgm:pt>
    <dgm:pt modelId="{D213344C-3C4C-4997-B297-36D41AAC528C}">
      <dgm:prSet custT="1">
        <dgm:style>
          <a:lnRef idx="2">
            <a:schemeClr val="accent4"/>
          </a:lnRef>
          <a:fillRef idx="1">
            <a:schemeClr val="lt1"/>
          </a:fillRef>
          <a:effectRef idx="0">
            <a:schemeClr val="accent4"/>
          </a:effectRef>
          <a:fontRef idx="minor">
            <a:schemeClr val="dk1"/>
          </a:fontRef>
        </dgm:style>
      </dgm:prSet>
      <dgm:spPr/>
      <dgm:t>
        <a:bodyPr/>
        <a:lstStyle/>
        <a:p>
          <a:r>
            <a:rPr lang="en-US" sz="1400" dirty="0"/>
            <a:t>Integration with Microsoft teams</a:t>
          </a:r>
        </a:p>
      </dgm:t>
    </dgm:pt>
    <dgm:pt modelId="{11A802DB-5F19-4144-8ECB-B2C62AFF7FAA}" type="parTrans" cxnId="{8E1F67EE-B6DF-4FD7-B671-500F77FB145C}">
      <dgm:prSet/>
      <dgm:spPr/>
      <dgm:t>
        <a:bodyPr/>
        <a:lstStyle/>
        <a:p>
          <a:endParaRPr lang="en-US"/>
        </a:p>
      </dgm:t>
    </dgm:pt>
    <dgm:pt modelId="{6BB973EE-64A5-44B6-8317-FFC96F832457}" type="sibTrans" cxnId="{8E1F67EE-B6DF-4FD7-B671-500F77FB145C}">
      <dgm:prSet/>
      <dgm:spPr/>
      <dgm:t>
        <a:bodyPr/>
        <a:lstStyle/>
        <a:p>
          <a:endParaRPr lang="en-US"/>
        </a:p>
      </dgm:t>
    </dgm:pt>
    <dgm:pt modelId="{18C5C325-D03E-4339-B9B4-132D9C001FC5}">
      <dgm:prSet custT="1">
        <dgm:style>
          <a:lnRef idx="2">
            <a:schemeClr val="accent4"/>
          </a:lnRef>
          <a:fillRef idx="1">
            <a:schemeClr val="lt1"/>
          </a:fillRef>
          <a:effectRef idx="0">
            <a:schemeClr val="accent4"/>
          </a:effectRef>
          <a:fontRef idx="minor">
            <a:schemeClr val="dk1"/>
          </a:fontRef>
        </dgm:style>
      </dgm:prSet>
      <dgm:spPr/>
      <dgm:t>
        <a:bodyPr/>
        <a:lstStyle/>
        <a:p>
          <a:r>
            <a:rPr lang="en-US" sz="1400"/>
            <a:t>Real-time Reporting &amp; KPI Analysis </a:t>
          </a:r>
        </a:p>
      </dgm:t>
    </dgm:pt>
    <dgm:pt modelId="{D650B442-3E0D-4376-A591-7C0BC55D8369}" type="parTrans" cxnId="{FCC171D7-A19F-49BB-AF3B-846714273DC4}">
      <dgm:prSet/>
      <dgm:spPr/>
      <dgm:t>
        <a:bodyPr/>
        <a:lstStyle/>
        <a:p>
          <a:endParaRPr lang="en-US"/>
        </a:p>
      </dgm:t>
    </dgm:pt>
    <dgm:pt modelId="{104CB227-607B-4461-91AE-6A61226F1AAB}" type="sibTrans" cxnId="{FCC171D7-A19F-49BB-AF3B-846714273DC4}">
      <dgm:prSet/>
      <dgm:spPr/>
      <dgm:t>
        <a:bodyPr/>
        <a:lstStyle/>
        <a:p>
          <a:endParaRPr lang="en-US"/>
        </a:p>
      </dgm:t>
    </dgm:pt>
    <dgm:pt modelId="{BBD5C57B-3B1A-4F8F-AC6C-7887E63EF2DA}">
      <dgm:prSet custT="1">
        <dgm:style>
          <a:lnRef idx="2">
            <a:schemeClr val="accent4"/>
          </a:lnRef>
          <a:fillRef idx="1">
            <a:schemeClr val="lt1"/>
          </a:fillRef>
          <a:effectRef idx="0">
            <a:schemeClr val="accent4"/>
          </a:effectRef>
          <a:fontRef idx="minor">
            <a:schemeClr val="dk1"/>
          </a:fontRef>
        </dgm:style>
      </dgm:prSet>
      <dgm:spPr/>
      <dgm:t>
        <a:bodyPr/>
        <a:lstStyle/>
        <a:p>
          <a:r>
            <a:rPr lang="en-US" sz="1400" dirty="0"/>
            <a:t>Historical Trends &amp; Forecasting</a:t>
          </a:r>
        </a:p>
      </dgm:t>
    </dgm:pt>
    <dgm:pt modelId="{3C220B24-73D5-4927-9AC4-59F13514BC7A}" type="parTrans" cxnId="{182C4C70-18A1-41A4-96F8-0182329C507E}">
      <dgm:prSet/>
      <dgm:spPr/>
      <dgm:t>
        <a:bodyPr/>
        <a:lstStyle/>
        <a:p>
          <a:endParaRPr lang="en-US"/>
        </a:p>
      </dgm:t>
    </dgm:pt>
    <dgm:pt modelId="{D809C623-E981-4DEF-83F0-AE62E3E7F4BF}" type="sibTrans" cxnId="{182C4C70-18A1-41A4-96F8-0182329C507E}">
      <dgm:prSet/>
      <dgm:spPr/>
      <dgm:t>
        <a:bodyPr/>
        <a:lstStyle/>
        <a:p>
          <a:endParaRPr lang="en-US"/>
        </a:p>
      </dgm:t>
    </dgm:pt>
    <dgm:pt modelId="{2F96F7DF-7BFD-4458-96D7-A4AF12B6ED2C}" type="pres">
      <dgm:prSet presAssocID="{20AAB0DD-C902-4087-833F-140A07B2BF4C}" presName="linear" presStyleCnt="0">
        <dgm:presLayoutVars>
          <dgm:animLvl val="lvl"/>
          <dgm:resizeHandles val="exact"/>
        </dgm:presLayoutVars>
      </dgm:prSet>
      <dgm:spPr/>
    </dgm:pt>
    <dgm:pt modelId="{36E98F09-F5FC-4D35-96D5-601F33CF20B7}" type="pres">
      <dgm:prSet presAssocID="{93F924F0-6475-460B-B67F-632230869F78}" presName="parentText" presStyleLbl="node1" presStyleIdx="0" presStyleCnt="4">
        <dgm:presLayoutVars>
          <dgm:chMax val="0"/>
          <dgm:bulletEnabled val="1"/>
        </dgm:presLayoutVars>
      </dgm:prSet>
      <dgm:spPr/>
    </dgm:pt>
    <dgm:pt modelId="{C3849CF4-686A-40D6-9263-50A97E359541}" type="pres">
      <dgm:prSet presAssocID="{C6FCB1F0-2C35-434D-B0D7-A1204EF257F3}" presName="spacer" presStyleCnt="0"/>
      <dgm:spPr/>
    </dgm:pt>
    <dgm:pt modelId="{D0C44A57-F545-4348-B101-83585E7BE8CC}" type="pres">
      <dgm:prSet presAssocID="{D213344C-3C4C-4997-B297-36D41AAC528C}" presName="parentText" presStyleLbl="node1" presStyleIdx="1" presStyleCnt="4">
        <dgm:presLayoutVars>
          <dgm:chMax val="0"/>
          <dgm:bulletEnabled val="1"/>
        </dgm:presLayoutVars>
      </dgm:prSet>
      <dgm:spPr/>
    </dgm:pt>
    <dgm:pt modelId="{9FD23307-39B9-4ABC-A9C3-4C0D7EC1D519}" type="pres">
      <dgm:prSet presAssocID="{6BB973EE-64A5-44B6-8317-FFC96F832457}" presName="spacer" presStyleCnt="0"/>
      <dgm:spPr/>
    </dgm:pt>
    <dgm:pt modelId="{94F565BC-0996-4CF8-BD62-5664736729A1}" type="pres">
      <dgm:prSet presAssocID="{18C5C325-D03E-4339-B9B4-132D9C001FC5}" presName="parentText" presStyleLbl="node1" presStyleIdx="2" presStyleCnt="4">
        <dgm:presLayoutVars>
          <dgm:chMax val="0"/>
          <dgm:bulletEnabled val="1"/>
        </dgm:presLayoutVars>
      </dgm:prSet>
      <dgm:spPr/>
    </dgm:pt>
    <dgm:pt modelId="{7C1EB26B-C785-4258-AEC6-B2329F8398E9}" type="pres">
      <dgm:prSet presAssocID="{104CB227-607B-4461-91AE-6A61226F1AAB}" presName="spacer" presStyleCnt="0"/>
      <dgm:spPr/>
    </dgm:pt>
    <dgm:pt modelId="{92688A5D-8D70-48CC-BCB3-2967D1B2EE28}" type="pres">
      <dgm:prSet presAssocID="{BBD5C57B-3B1A-4F8F-AC6C-7887E63EF2DA}" presName="parentText" presStyleLbl="node1" presStyleIdx="3" presStyleCnt="4">
        <dgm:presLayoutVars>
          <dgm:chMax val="0"/>
          <dgm:bulletEnabled val="1"/>
        </dgm:presLayoutVars>
      </dgm:prSet>
      <dgm:spPr/>
    </dgm:pt>
  </dgm:ptLst>
  <dgm:cxnLst>
    <dgm:cxn modelId="{73EFF01D-D8CD-46FD-9FCD-AFDC753BFD71}" type="presOf" srcId="{93F924F0-6475-460B-B67F-632230869F78}" destId="{36E98F09-F5FC-4D35-96D5-601F33CF20B7}" srcOrd="0" destOrd="0" presId="urn:microsoft.com/office/officeart/2005/8/layout/vList2"/>
    <dgm:cxn modelId="{182C4C70-18A1-41A4-96F8-0182329C507E}" srcId="{20AAB0DD-C902-4087-833F-140A07B2BF4C}" destId="{BBD5C57B-3B1A-4F8F-AC6C-7887E63EF2DA}" srcOrd="3" destOrd="0" parTransId="{3C220B24-73D5-4927-9AC4-59F13514BC7A}" sibTransId="{D809C623-E981-4DEF-83F0-AE62E3E7F4BF}"/>
    <dgm:cxn modelId="{BF420752-4609-46C1-A15B-CC28FEF87DCB}" type="presOf" srcId="{BBD5C57B-3B1A-4F8F-AC6C-7887E63EF2DA}" destId="{92688A5D-8D70-48CC-BCB3-2967D1B2EE28}" srcOrd="0" destOrd="0" presId="urn:microsoft.com/office/officeart/2005/8/layout/vList2"/>
    <dgm:cxn modelId="{45B10388-B398-4F3D-A26A-8942786EB39D}" srcId="{20AAB0DD-C902-4087-833F-140A07B2BF4C}" destId="{93F924F0-6475-460B-B67F-632230869F78}" srcOrd="0" destOrd="0" parTransId="{3830368A-674F-4786-98B6-BB716DBB5CCC}" sibTransId="{C6FCB1F0-2C35-434D-B0D7-A1204EF257F3}"/>
    <dgm:cxn modelId="{1F3A9E93-CE3A-4078-AB7F-45AAA4F414A7}" type="presOf" srcId="{D213344C-3C4C-4997-B297-36D41AAC528C}" destId="{D0C44A57-F545-4348-B101-83585E7BE8CC}" srcOrd="0" destOrd="0" presId="urn:microsoft.com/office/officeart/2005/8/layout/vList2"/>
    <dgm:cxn modelId="{AFCC70A4-4B5C-499C-8B64-70C9B7320585}" type="presOf" srcId="{18C5C325-D03E-4339-B9B4-132D9C001FC5}" destId="{94F565BC-0996-4CF8-BD62-5664736729A1}" srcOrd="0" destOrd="0" presId="urn:microsoft.com/office/officeart/2005/8/layout/vList2"/>
    <dgm:cxn modelId="{754681BF-E548-4FAB-A269-FC2CE4E674BA}" type="presOf" srcId="{20AAB0DD-C902-4087-833F-140A07B2BF4C}" destId="{2F96F7DF-7BFD-4458-96D7-A4AF12B6ED2C}" srcOrd="0" destOrd="0" presId="urn:microsoft.com/office/officeart/2005/8/layout/vList2"/>
    <dgm:cxn modelId="{FCC171D7-A19F-49BB-AF3B-846714273DC4}" srcId="{20AAB0DD-C902-4087-833F-140A07B2BF4C}" destId="{18C5C325-D03E-4339-B9B4-132D9C001FC5}" srcOrd="2" destOrd="0" parTransId="{D650B442-3E0D-4376-A591-7C0BC55D8369}" sibTransId="{104CB227-607B-4461-91AE-6A61226F1AAB}"/>
    <dgm:cxn modelId="{8E1F67EE-B6DF-4FD7-B671-500F77FB145C}" srcId="{20AAB0DD-C902-4087-833F-140A07B2BF4C}" destId="{D213344C-3C4C-4997-B297-36D41AAC528C}" srcOrd="1" destOrd="0" parTransId="{11A802DB-5F19-4144-8ECB-B2C62AFF7FAA}" sibTransId="{6BB973EE-64A5-44B6-8317-FFC96F832457}"/>
    <dgm:cxn modelId="{B7E03AC3-E023-47EA-B9E8-F1E0A7362311}" type="presParOf" srcId="{2F96F7DF-7BFD-4458-96D7-A4AF12B6ED2C}" destId="{36E98F09-F5FC-4D35-96D5-601F33CF20B7}" srcOrd="0" destOrd="0" presId="urn:microsoft.com/office/officeart/2005/8/layout/vList2"/>
    <dgm:cxn modelId="{B423AE3D-3257-425D-8CE3-D735B58A5AE8}" type="presParOf" srcId="{2F96F7DF-7BFD-4458-96D7-A4AF12B6ED2C}" destId="{C3849CF4-686A-40D6-9263-50A97E359541}" srcOrd="1" destOrd="0" presId="urn:microsoft.com/office/officeart/2005/8/layout/vList2"/>
    <dgm:cxn modelId="{90E0DA0F-09CC-4EAC-890C-BA64BD1BA144}" type="presParOf" srcId="{2F96F7DF-7BFD-4458-96D7-A4AF12B6ED2C}" destId="{D0C44A57-F545-4348-B101-83585E7BE8CC}" srcOrd="2" destOrd="0" presId="urn:microsoft.com/office/officeart/2005/8/layout/vList2"/>
    <dgm:cxn modelId="{B44BA7C3-52D2-4233-9C24-F6F31E93B878}" type="presParOf" srcId="{2F96F7DF-7BFD-4458-96D7-A4AF12B6ED2C}" destId="{9FD23307-39B9-4ABC-A9C3-4C0D7EC1D519}" srcOrd="3" destOrd="0" presId="urn:microsoft.com/office/officeart/2005/8/layout/vList2"/>
    <dgm:cxn modelId="{EB2EB5CE-4C5A-4031-B393-1D39E6FA4936}" type="presParOf" srcId="{2F96F7DF-7BFD-4458-96D7-A4AF12B6ED2C}" destId="{94F565BC-0996-4CF8-BD62-5664736729A1}" srcOrd="4" destOrd="0" presId="urn:microsoft.com/office/officeart/2005/8/layout/vList2"/>
    <dgm:cxn modelId="{B21A7035-A2B4-4FC3-AA21-67B544E5D4BB}" type="presParOf" srcId="{2F96F7DF-7BFD-4458-96D7-A4AF12B6ED2C}" destId="{7C1EB26B-C785-4258-AEC6-B2329F8398E9}" srcOrd="5" destOrd="0" presId="urn:microsoft.com/office/officeart/2005/8/layout/vList2"/>
    <dgm:cxn modelId="{8360B15E-98A6-43B6-8022-6C6FD823B97D}" type="presParOf" srcId="{2F96F7DF-7BFD-4458-96D7-A4AF12B6ED2C}" destId="{92688A5D-8D70-48CC-BCB3-2967D1B2EE28}"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07F4E78-2567-4FD8-9726-BEF3BFCC5266}"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1B1CCE73-E136-47C1-B090-A4964DE4B440}">
      <dgm:prSet custT="1">
        <dgm:style>
          <a:lnRef idx="2">
            <a:schemeClr val="accent4"/>
          </a:lnRef>
          <a:fillRef idx="1">
            <a:schemeClr val="lt1"/>
          </a:fillRef>
          <a:effectRef idx="0">
            <a:schemeClr val="accent4"/>
          </a:effectRef>
          <a:fontRef idx="minor">
            <a:schemeClr val="dk1"/>
          </a:fontRef>
        </dgm:style>
      </dgm:prSet>
      <dgm:spPr/>
      <dgm:t>
        <a:bodyPr/>
        <a:lstStyle/>
        <a:p>
          <a:r>
            <a:rPr lang="en-US" sz="1400" b="1" i="0" baseline="0" dirty="0"/>
            <a:t>Anomaly Detection</a:t>
          </a:r>
          <a:r>
            <a:rPr lang="en-US" sz="1400" i="0" baseline="0" dirty="0"/>
            <a:t>: Spot unusual patterns in real-time data. </a:t>
          </a:r>
          <a:endParaRPr lang="en-US" sz="1400" dirty="0"/>
        </a:p>
      </dgm:t>
    </dgm:pt>
    <dgm:pt modelId="{E01A9608-51E9-42C1-8E69-0D7F9B8186BA}" type="parTrans" cxnId="{947492C7-D490-4F3C-BEE3-2C9BB695AE0A}">
      <dgm:prSet/>
      <dgm:spPr/>
      <dgm:t>
        <a:bodyPr/>
        <a:lstStyle/>
        <a:p>
          <a:endParaRPr lang="en-US"/>
        </a:p>
      </dgm:t>
    </dgm:pt>
    <dgm:pt modelId="{5D4BB84A-0D0F-4CF3-9357-DDDC31DC57D2}" type="sibTrans" cxnId="{947492C7-D490-4F3C-BEE3-2C9BB695AE0A}">
      <dgm:prSet/>
      <dgm:spPr/>
      <dgm:t>
        <a:bodyPr/>
        <a:lstStyle/>
        <a:p>
          <a:endParaRPr lang="en-US"/>
        </a:p>
      </dgm:t>
    </dgm:pt>
    <dgm:pt modelId="{6CBCC4BE-4AA0-4C90-978B-88051B565993}">
      <dgm:prSet custT="1">
        <dgm:style>
          <a:lnRef idx="2">
            <a:schemeClr val="accent4"/>
          </a:lnRef>
          <a:fillRef idx="1">
            <a:schemeClr val="lt1"/>
          </a:fillRef>
          <a:effectRef idx="0">
            <a:schemeClr val="accent4"/>
          </a:effectRef>
          <a:fontRef idx="minor">
            <a:schemeClr val="dk1"/>
          </a:fontRef>
        </dgm:style>
      </dgm:prSet>
      <dgm:spPr/>
      <dgm:t>
        <a:bodyPr/>
        <a:lstStyle/>
        <a:p>
          <a:r>
            <a:rPr lang="en-US" sz="1400" b="1" i="0" baseline="0" dirty="0"/>
            <a:t>Recommendation Engine</a:t>
          </a:r>
          <a:r>
            <a:rPr lang="en-US" sz="1400" i="0" baseline="0" dirty="0"/>
            <a:t>: Recommend best maintenance schedules and adjustments. </a:t>
          </a:r>
          <a:endParaRPr lang="en-US" sz="1400" dirty="0"/>
        </a:p>
      </dgm:t>
    </dgm:pt>
    <dgm:pt modelId="{44C7DB41-A389-41C2-A468-B93BDD80C8FA}" type="parTrans" cxnId="{0C5BA265-69E9-4FF5-B068-8D2809C9C5A9}">
      <dgm:prSet/>
      <dgm:spPr/>
      <dgm:t>
        <a:bodyPr/>
        <a:lstStyle/>
        <a:p>
          <a:endParaRPr lang="en-US"/>
        </a:p>
      </dgm:t>
    </dgm:pt>
    <dgm:pt modelId="{209B37EF-6400-4E8C-A0D5-DDC185EA7F79}" type="sibTrans" cxnId="{0C5BA265-69E9-4FF5-B068-8D2809C9C5A9}">
      <dgm:prSet/>
      <dgm:spPr/>
      <dgm:t>
        <a:bodyPr/>
        <a:lstStyle/>
        <a:p>
          <a:endParaRPr lang="en-US"/>
        </a:p>
      </dgm:t>
    </dgm:pt>
    <dgm:pt modelId="{54956311-7D18-4EC2-AA8B-EF44978F61C3}">
      <dgm:prSet custT="1">
        <dgm:style>
          <a:lnRef idx="2">
            <a:schemeClr val="accent4"/>
          </a:lnRef>
          <a:fillRef idx="1">
            <a:schemeClr val="lt1"/>
          </a:fillRef>
          <a:effectRef idx="0">
            <a:schemeClr val="accent4"/>
          </a:effectRef>
          <a:fontRef idx="minor">
            <a:schemeClr val="dk1"/>
          </a:fontRef>
        </dgm:style>
      </dgm:prSet>
      <dgm:spPr/>
      <dgm:t>
        <a:bodyPr/>
        <a:lstStyle/>
        <a:p>
          <a:r>
            <a:rPr lang="en-US" sz="1400" b="1" i="0" baseline="0" dirty="0"/>
            <a:t>Workflow Automation</a:t>
          </a:r>
          <a:r>
            <a:rPr lang="en-US" sz="1400" i="0" baseline="0" dirty="0"/>
            <a:t>: Automate alerts for necessary follow-up actions.</a:t>
          </a:r>
          <a:endParaRPr lang="en-US" sz="1400" dirty="0"/>
        </a:p>
      </dgm:t>
    </dgm:pt>
    <dgm:pt modelId="{8D112455-871B-42A2-A390-4795FEEF583D}" type="parTrans" cxnId="{004CEF47-4FC7-4483-9840-060F125A3E56}">
      <dgm:prSet/>
      <dgm:spPr/>
      <dgm:t>
        <a:bodyPr/>
        <a:lstStyle/>
        <a:p>
          <a:endParaRPr lang="en-US"/>
        </a:p>
      </dgm:t>
    </dgm:pt>
    <dgm:pt modelId="{72ABC4C0-3354-46FE-9537-D99EBD65B9C3}" type="sibTrans" cxnId="{004CEF47-4FC7-4483-9840-060F125A3E56}">
      <dgm:prSet/>
      <dgm:spPr/>
      <dgm:t>
        <a:bodyPr/>
        <a:lstStyle/>
        <a:p>
          <a:endParaRPr lang="en-US"/>
        </a:p>
      </dgm:t>
    </dgm:pt>
    <dgm:pt modelId="{A11DBCDE-3111-439C-A854-BAC8EF55D87D}">
      <dgm:prSet custT="1">
        <dgm:style>
          <a:lnRef idx="2">
            <a:schemeClr val="accent4"/>
          </a:lnRef>
          <a:fillRef idx="1">
            <a:schemeClr val="lt1"/>
          </a:fillRef>
          <a:effectRef idx="0">
            <a:schemeClr val="accent4"/>
          </a:effectRef>
          <a:fontRef idx="minor">
            <a:schemeClr val="dk1"/>
          </a:fontRef>
        </dgm:style>
      </dgm:prSet>
      <dgm:spPr/>
      <dgm:t>
        <a:bodyPr/>
        <a:lstStyle/>
        <a:p>
          <a:r>
            <a:rPr lang="en-US" sz="1400" b="1" i="0" baseline="0" dirty="0"/>
            <a:t>Continuous Learning</a:t>
          </a:r>
          <a:r>
            <a:rPr lang="en-US" sz="1400" i="0" baseline="0" dirty="0"/>
            <a:t>: Update prediction models with new insights. </a:t>
          </a:r>
          <a:endParaRPr lang="en-US" sz="1400" dirty="0"/>
        </a:p>
      </dgm:t>
    </dgm:pt>
    <dgm:pt modelId="{0DDAE889-2259-4039-8974-84094FF9AB35}" type="parTrans" cxnId="{8A90C3F4-365B-4D5D-9D36-567E03C571AA}">
      <dgm:prSet/>
      <dgm:spPr/>
      <dgm:t>
        <a:bodyPr/>
        <a:lstStyle/>
        <a:p>
          <a:endParaRPr lang="en-US"/>
        </a:p>
      </dgm:t>
    </dgm:pt>
    <dgm:pt modelId="{D3873E3D-8D4F-46FC-B578-1C9548DBF359}" type="sibTrans" cxnId="{8A90C3F4-365B-4D5D-9D36-567E03C571AA}">
      <dgm:prSet/>
      <dgm:spPr/>
      <dgm:t>
        <a:bodyPr/>
        <a:lstStyle/>
        <a:p>
          <a:endParaRPr lang="en-US"/>
        </a:p>
      </dgm:t>
    </dgm:pt>
    <dgm:pt modelId="{839A278B-ECF2-4AF4-BDAE-27B86E93ECF1}">
      <dgm:prSet custT="1">
        <dgm:style>
          <a:lnRef idx="2">
            <a:schemeClr val="accent4"/>
          </a:lnRef>
          <a:fillRef idx="1">
            <a:schemeClr val="lt1"/>
          </a:fillRef>
          <a:effectRef idx="0">
            <a:schemeClr val="accent4"/>
          </a:effectRef>
          <a:fontRef idx="minor">
            <a:schemeClr val="dk1"/>
          </a:fontRef>
        </dgm:style>
      </dgm:prSet>
      <dgm:spPr/>
      <dgm:t>
        <a:bodyPr/>
        <a:lstStyle/>
        <a:p>
          <a:r>
            <a:rPr lang="en-US" sz="1400" b="1" i="0" baseline="0" dirty="0"/>
            <a:t>Risk Assessment</a:t>
          </a:r>
          <a:r>
            <a:rPr lang="en-US" sz="1400" i="0" baseline="0" dirty="0"/>
            <a:t>: Provide risk evaluations &amp; </a:t>
          </a:r>
          <a:r>
            <a:rPr lang="en-US" sz="1400" b="0" i="0" dirty="0"/>
            <a:t>mitigation suggestions</a:t>
          </a:r>
          <a:endParaRPr lang="en-US" sz="1400" dirty="0"/>
        </a:p>
      </dgm:t>
    </dgm:pt>
    <dgm:pt modelId="{1F46ED20-920D-43C4-B244-94F34FA0BF4C}" type="parTrans" cxnId="{AEF817BB-CC69-4D88-866F-C727DC73CC1D}">
      <dgm:prSet/>
      <dgm:spPr/>
      <dgm:t>
        <a:bodyPr/>
        <a:lstStyle/>
        <a:p>
          <a:endParaRPr lang="en-US"/>
        </a:p>
      </dgm:t>
    </dgm:pt>
    <dgm:pt modelId="{5FD1A25B-EEBA-4BF2-8C2F-10BEADF434AB}" type="sibTrans" cxnId="{AEF817BB-CC69-4D88-866F-C727DC73CC1D}">
      <dgm:prSet/>
      <dgm:spPr/>
      <dgm:t>
        <a:bodyPr/>
        <a:lstStyle/>
        <a:p>
          <a:endParaRPr lang="en-US"/>
        </a:p>
      </dgm:t>
    </dgm:pt>
    <dgm:pt modelId="{FE281EDD-2964-4A05-A431-3CD82FC2DC18}">
      <dgm:prSet custT="1">
        <dgm:style>
          <a:lnRef idx="2">
            <a:schemeClr val="accent4"/>
          </a:lnRef>
          <a:fillRef idx="1">
            <a:schemeClr val="lt1"/>
          </a:fillRef>
          <a:effectRef idx="0">
            <a:schemeClr val="accent4"/>
          </a:effectRef>
          <a:fontRef idx="minor">
            <a:schemeClr val="dk1"/>
          </a:fontRef>
        </dgm:style>
      </dgm:prSet>
      <dgm:spPr/>
      <dgm:t>
        <a:bodyPr/>
        <a:lstStyle/>
        <a:p>
          <a:r>
            <a:rPr lang="en-US" sz="1400" b="1" i="0" baseline="0" dirty="0"/>
            <a:t>Conversational Interface</a:t>
          </a:r>
          <a:r>
            <a:rPr lang="en-US" sz="1400" i="0" baseline="0" dirty="0"/>
            <a:t>: Facilitate operator interaction via text. </a:t>
          </a:r>
          <a:endParaRPr lang="en-US" sz="1400" dirty="0"/>
        </a:p>
      </dgm:t>
    </dgm:pt>
    <dgm:pt modelId="{2E10A8C0-F0D5-487D-AB2D-E71C4A16EA5B}" type="sibTrans" cxnId="{59CD47AD-89D4-4929-A2FF-DD4DD90319F5}">
      <dgm:prSet/>
      <dgm:spPr/>
      <dgm:t>
        <a:bodyPr/>
        <a:lstStyle/>
        <a:p>
          <a:endParaRPr lang="en-US"/>
        </a:p>
      </dgm:t>
    </dgm:pt>
    <dgm:pt modelId="{4BC33F34-B65F-4AC6-8C84-90F93332AF27}" type="parTrans" cxnId="{59CD47AD-89D4-4929-A2FF-DD4DD90319F5}">
      <dgm:prSet/>
      <dgm:spPr/>
      <dgm:t>
        <a:bodyPr/>
        <a:lstStyle/>
        <a:p>
          <a:endParaRPr lang="en-US"/>
        </a:p>
      </dgm:t>
    </dgm:pt>
    <dgm:pt modelId="{8B748D06-F67F-4052-85F5-3AEFA2F5E892}" type="pres">
      <dgm:prSet presAssocID="{107F4E78-2567-4FD8-9726-BEF3BFCC5266}" presName="linear" presStyleCnt="0">
        <dgm:presLayoutVars>
          <dgm:animLvl val="lvl"/>
          <dgm:resizeHandles val="exact"/>
        </dgm:presLayoutVars>
      </dgm:prSet>
      <dgm:spPr/>
    </dgm:pt>
    <dgm:pt modelId="{BE9D6390-4A3C-40F8-9CF1-360E8A577B94}" type="pres">
      <dgm:prSet presAssocID="{FE281EDD-2964-4A05-A431-3CD82FC2DC18}" presName="parentText" presStyleLbl="node1" presStyleIdx="0" presStyleCnt="6">
        <dgm:presLayoutVars>
          <dgm:chMax val="0"/>
          <dgm:bulletEnabled val="1"/>
        </dgm:presLayoutVars>
      </dgm:prSet>
      <dgm:spPr/>
    </dgm:pt>
    <dgm:pt modelId="{3DF1E638-7DCD-49B3-BB12-025A50CEEB36}" type="pres">
      <dgm:prSet presAssocID="{2E10A8C0-F0D5-487D-AB2D-E71C4A16EA5B}" presName="spacer" presStyleCnt="0"/>
      <dgm:spPr/>
    </dgm:pt>
    <dgm:pt modelId="{021E945B-31CC-4BD2-B575-8CA120605698}" type="pres">
      <dgm:prSet presAssocID="{1B1CCE73-E136-47C1-B090-A4964DE4B440}" presName="parentText" presStyleLbl="node1" presStyleIdx="1" presStyleCnt="6">
        <dgm:presLayoutVars>
          <dgm:chMax val="0"/>
          <dgm:bulletEnabled val="1"/>
        </dgm:presLayoutVars>
      </dgm:prSet>
      <dgm:spPr/>
    </dgm:pt>
    <dgm:pt modelId="{D5C4AA05-0ABA-453E-B16B-397CC1144E86}" type="pres">
      <dgm:prSet presAssocID="{5D4BB84A-0D0F-4CF3-9357-DDDC31DC57D2}" presName="spacer" presStyleCnt="0"/>
      <dgm:spPr/>
    </dgm:pt>
    <dgm:pt modelId="{4C0957B2-2652-44AF-8E62-D8E0E885DF10}" type="pres">
      <dgm:prSet presAssocID="{6CBCC4BE-4AA0-4C90-978B-88051B565993}" presName="parentText" presStyleLbl="node1" presStyleIdx="2" presStyleCnt="6">
        <dgm:presLayoutVars>
          <dgm:chMax val="0"/>
          <dgm:bulletEnabled val="1"/>
        </dgm:presLayoutVars>
      </dgm:prSet>
      <dgm:spPr/>
    </dgm:pt>
    <dgm:pt modelId="{C0750A29-D604-454E-8621-4EAA334C5A59}" type="pres">
      <dgm:prSet presAssocID="{209B37EF-6400-4E8C-A0D5-DDC185EA7F79}" presName="spacer" presStyleCnt="0"/>
      <dgm:spPr/>
    </dgm:pt>
    <dgm:pt modelId="{114D1133-5B26-47A9-8567-B3B5B9E1CD4A}" type="pres">
      <dgm:prSet presAssocID="{54956311-7D18-4EC2-AA8B-EF44978F61C3}" presName="parentText" presStyleLbl="node1" presStyleIdx="3" presStyleCnt="6" custLinFactNeighborY="1585">
        <dgm:presLayoutVars>
          <dgm:chMax val="0"/>
          <dgm:bulletEnabled val="1"/>
        </dgm:presLayoutVars>
      </dgm:prSet>
      <dgm:spPr/>
    </dgm:pt>
    <dgm:pt modelId="{EA1C3B72-5CE3-44D1-951B-7303C6B01AB9}" type="pres">
      <dgm:prSet presAssocID="{72ABC4C0-3354-46FE-9537-D99EBD65B9C3}" presName="spacer" presStyleCnt="0"/>
      <dgm:spPr/>
    </dgm:pt>
    <dgm:pt modelId="{B9D13F1C-89FB-42A8-8A02-1678C80BAAEE}" type="pres">
      <dgm:prSet presAssocID="{A11DBCDE-3111-439C-A854-BAC8EF55D87D}" presName="parentText" presStyleLbl="node1" presStyleIdx="4" presStyleCnt="6">
        <dgm:presLayoutVars>
          <dgm:chMax val="0"/>
          <dgm:bulletEnabled val="1"/>
        </dgm:presLayoutVars>
      </dgm:prSet>
      <dgm:spPr/>
    </dgm:pt>
    <dgm:pt modelId="{33D12AFA-67BA-48D1-AEA4-C17594E6942F}" type="pres">
      <dgm:prSet presAssocID="{D3873E3D-8D4F-46FC-B578-1C9548DBF359}" presName="spacer" presStyleCnt="0"/>
      <dgm:spPr/>
    </dgm:pt>
    <dgm:pt modelId="{4530278E-B6A4-4384-A2FE-FA3E80B12D98}" type="pres">
      <dgm:prSet presAssocID="{839A278B-ECF2-4AF4-BDAE-27B86E93ECF1}" presName="parentText" presStyleLbl="node1" presStyleIdx="5" presStyleCnt="6" custLinFactNeighborY="-5311">
        <dgm:presLayoutVars>
          <dgm:chMax val="0"/>
          <dgm:bulletEnabled val="1"/>
        </dgm:presLayoutVars>
      </dgm:prSet>
      <dgm:spPr/>
    </dgm:pt>
  </dgm:ptLst>
  <dgm:cxnLst>
    <dgm:cxn modelId="{6E0D570D-78E9-4F0D-883E-CAC19625013C}" type="presOf" srcId="{A11DBCDE-3111-439C-A854-BAC8EF55D87D}" destId="{B9D13F1C-89FB-42A8-8A02-1678C80BAAEE}" srcOrd="0" destOrd="0" presId="urn:microsoft.com/office/officeart/2005/8/layout/vList2"/>
    <dgm:cxn modelId="{FBB6272E-1FA4-4EA8-9CA5-2D472A828398}" type="presOf" srcId="{107F4E78-2567-4FD8-9726-BEF3BFCC5266}" destId="{8B748D06-F67F-4052-85F5-3AEFA2F5E892}" srcOrd="0" destOrd="0" presId="urn:microsoft.com/office/officeart/2005/8/layout/vList2"/>
    <dgm:cxn modelId="{0C5BA265-69E9-4FF5-B068-8D2809C9C5A9}" srcId="{107F4E78-2567-4FD8-9726-BEF3BFCC5266}" destId="{6CBCC4BE-4AA0-4C90-978B-88051B565993}" srcOrd="2" destOrd="0" parTransId="{44C7DB41-A389-41C2-A468-B93BDD80C8FA}" sibTransId="{209B37EF-6400-4E8C-A0D5-DDC185EA7F79}"/>
    <dgm:cxn modelId="{004CEF47-4FC7-4483-9840-060F125A3E56}" srcId="{107F4E78-2567-4FD8-9726-BEF3BFCC5266}" destId="{54956311-7D18-4EC2-AA8B-EF44978F61C3}" srcOrd="3" destOrd="0" parTransId="{8D112455-871B-42A2-A390-4795FEEF583D}" sibTransId="{72ABC4C0-3354-46FE-9537-D99EBD65B9C3}"/>
    <dgm:cxn modelId="{0C630352-34C0-452F-9F34-FE06B408ECF4}" type="presOf" srcId="{1B1CCE73-E136-47C1-B090-A4964DE4B440}" destId="{021E945B-31CC-4BD2-B575-8CA120605698}" srcOrd="0" destOrd="0" presId="urn:microsoft.com/office/officeart/2005/8/layout/vList2"/>
    <dgm:cxn modelId="{EE78647F-3119-4E2F-9516-783363737B07}" type="presOf" srcId="{FE281EDD-2964-4A05-A431-3CD82FC2DC18}" destId="{BE9D6390-4A3C-40F8-9CF1-360E8A577B94}" srcOrd="0" destOrd="0" presId="urn:microsoft.com/office/officeart/2005/8/layout/vList2"/>
    <dgm:cxn modelId="{59CD47AD-89D4-4929-A2FF-DD4DD90319F5}" srcId="{107F4E78-2567-4FD8-9726-BEF3BFCC5266}" destId="{FE281EDD-2964-4A05-A431-3CD82FC2DC18}" srcOrd="0" destOrd="0" parTransId="{4BC33F34-B65F-4AC6-8C84-90F93332AF27}" sibTransId="{2E10A8C0-F0D5-487D-AB2D-E71C4A16EA5B}"/>
    <dgm:cxn modelId="{ECD676B6-9B66-4049-A217-C206DC70BB40}" type="presOf" srcId="{839A278B-ECF2-4AF4-BDAE-27B86E93ECF1}" destId="{4530278E-B6A4-4384-A2FE-FA3E80B12D98}" srcOrd="0" destOrd="0" presId="urn:microsoft.com/office/officeart/2005/8/layout/vList2"/>
    <dgm:cxn modelId="{A5E9DFB9-9BCB-450B-B6F8-C825524196D1}" type="presOf" srcId="{54956311-7D18-4EC2-AA8B-EF44978F61C3}" destId="{114D1133-5B26-47A9-8567-B3B5B9E1CD4A}" srcOrd="0" destOrd="0" presId="urn:microsoft.com/office/officeart/2005/8/layout/vList2"/>
    <dgm:cxn modelId="{AEF817BB-CC69-4D88-866F-C727DC73CC1D}" srcId="{107F4E78-2567-4FD8-9726-BEF3BFCC5266}" destId="{839A278B-ECF2-4AF4-BDAE-27B86E93ECF1}" srcOrd="5" destOrd="0" parTransId="{1F46ED20-920D-43C4-B244-94F34FA0BF4C}" sibTransId="{5FD1A25B-EEBA-4BF2-8C2F-10BEADF434AB}"/>
    <dgm:cxn modelId="{947492C7-D490-4F3C-BEE3-2C9BB695AE0A}" srcId="{107F4E78-2567-4FD8-9726-BEF3BFCC5266}" destId="{1B1CCE73-E136-47C1-B090-A4964DE4B440}" srcOrd="1" destOrd="0" parTransId="{E01A9608-51E9-42C1-8E69-0D7F9B8186BA}" sibTransId="{5D4BB84A-0D0F-4CF3-9357-DDDC31DC57D2}"/>
    <dgm:cxn modelId="{C19962E9-A709-4DD5-B999-CF96A68585DB}" type="presOf" srcId="{6CBCC4BE-4AA0-4C90-978B-88051B565993}" destId="{4C0957B2-2652-44AF-8E62-D8E0E885DF10}" srcOrd="0" destOrd="0" presId="urn:microsoft.com/office/officeart/2005/8/layout/vList2"/>
    <dgm:cxn modelId="{8A90C3F4-365B-4D5D-9D36-567E03C571AA}" srcId="{107F4E78-2567-4FD8-9726-BEF3BFCC5266}" destId="{A11DBCDE-3111-439C-A854-BAC8EF55D87D}" srcOrd="4" destOrd="0" parTransId="{0DDAE889-2259-4039-8974-84094FF9AB35}" sibTransId="{D3873E3D-8D4F-46FC-B578-1C9548DBF359}"/>
    <dgm:cxn modelId="{A345693C-714C-46E9-8121-9E7B9AB252C7}" type="presParOf" srcId="{8B748D06-F67F-4052-85F5-3AEFA2F5E892}" destId="{BE9D6390-4A3C-40F8-9CF1-360E8A577B94}" srcOrd="0" destOrd="0" presId="urn:microsoft.com/office/officeart/2005/8/layout/vList2"/>
    <dgm:cxn modelId="{C229F201-A01F-4231-96C9-D966593848D0}" type="presParOf" srcId="{8B748D06-F67F-4052-85F5-3AEFA2F5E892}" destId="{3DF1E638-7DCD-49B3-BB12-025A50CEEB36}" srcOrd="1" destOrd="0" presId="urn:microsoft.com/office/officeart/2005/8/layout/vList2"/>
    <dgm:cxn modelId="{462AB854-E34C-4DC2-AA07-63E1B5FB3271}" type="presParOf" srcId="{8B748D06-F67F-4052-85F5-3AEFA2F5E892}" destId="{021E945B-31CC-4BD2-B575-8CA120605698}" srcOrd="2" destOrd="0" presId="urn:microsoft.com/office/officeart/2005/8/layout/vList2"/>
    <dgm:cxn modelId="{E2E751F4-85C2-4CA7-B02C-F4E55EB7B534}" type="presParOf" srcId="{8B748D06-F67F-4052-85F5-3AEFA2F5E892}" destId="{D5C4AA05-0ABA-453E-B16B-397CC1144E86}" srcOrd="3" destOrd="0" presId="urn:microsoft.com/office/officeart/2005/8/layout/vList2"/>
    <dgm:cxn modelId="{30413CE2-19AF-4AFD-9C45-EA420CF1FB34}" type="presParOf" srcId="{8B748D06-F67F-4052-85F5-3AEFA2F5E892}" destId="{4C0957B2-2652-44AF-8E62-D8E0E885DF10}" srcOrd="4" destOrd="0" presId="urn:microsoft.com/office/officeart/2005/8/layout/vList2"/>
    <dgm:cxn modelId="{C74A0514-ACF3-4C0F-9F80-0344737E22D2}" type="presParOf" srcId="{8B748D06-F67F-4052-85F5-3AEFA2F5E892}" destId="{C0750A29-D604-454E-8621-4EAA334C5A59}" srcOrd="5" destOrd="0" presId="urn:microsoft.com/office/officeart/2005/8/layout/vList2"/>
    <dgm:cxn modelId="{BD1384A4-6220-44F9-B50A-394326F9FC04}" type="presParOf" srcId="{8B748D06-F67F-4052-85F5-3AEFA2F5E892}" destId="{114D1133-5B26-47A9-8567-B3B5B9E1CD4A}" srcOrd="6" destOrd="0" presId="urn:microsoft.com/office/officeart/2005/8/layout/vList2"/>
    <dgm:cxn modelId="{3AB93E4D-10EE-4F3B-9C69-164F82801F72}" type="presParOf" srcId="{8B748D06-F67F-4052-85F5-3AEFA2F5E892}" destId="{EA1C3B72-5CE3-44D1-951B-7303C6B01AB9}" srcOrd="7" destOrd="0" presId="urn:microsoft.com/office/officeart/2005/8/layout/vList2"/>
    <dgm:cxn modelId="{61EB550F-FBA4-495D-8206-E543BC8DB24A}" type="presParOf" srcId="{8B748D06-F67F-4052-85F5-3AEFA2F5E892}" destId="{B9D13F1C-89FB-42A8-8A02-1678C80BAAEE}" srcOrd="8" destOrd="0" presId="urn:microsoft.com/office/officeart/2005/8/layout/vList2"/>
    <dgm:cxn modelId="{FF20F0A9-9F6C-4A65-881D-046983B06942}" type="presParOf" srcId="{8B748D06-F67F-4052-85F5-3AEFA2F5E892}" destId="{33D12AFA-67BA-48D1-AEA4-C17594E6942F}" srcOrd="9" destOrd="0" presId="urn:microsoft.com/office/officeart/2005/8/layout/vList2"/>
    <dgm:cxn modelId="{7BA489C8-36A1-4816-9912-27A5D27056C9}" type="presParOf" srcId="{8B748D06-F67F-4052-85F5-3AEFA2F5E892}" destId="{4530278E-B6A4-4384-A2FE-FA3E80B12D98}" srcOrd="1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2789F56-4ECE-4CDA-80A6-079E2CB5C4C1}" type="doc">
      <dgm:prSet loTypeId="urn:microsoft.com/office/officeart/2005/8/layout/vList2" loCatId="list" qsTypeId="urn:microsoft.com/office/officeart/2005/8/quickstyle/simple1" qsCatId="simple" csTypeId="urn:microsoft.com/office/officeart/2005/8/colors/accent4_1" csCatId="accent4" phldr="1"/>
      <dgm:spPr/>
      <dgm:t>
        <a:bodyPr/>
        <a:lstStyle/>
        <a:p>
          <a:endParaRPr lang="en-US"/>
        </a:p>
      </dgm:t>
    </dgm:pt>
    <dgm:pt modelId="{021752CE-4AE1-4738-A773-4F6DB2F80903}">
      <dgm:prSet custT="1"/>
      <dgm:spPr/>
      <dgm:t>
        <a:bodyPr/>
        <a:lstStyle/>
        <a:p>
          <a:r>
            <a:rPr lang="en-US" sz="1100" b="1" i="0" baseline="0" dirty="0"/>
            <a:t>Objective</a:t>
          </a:r>
          <a:r>
            <a:rPr lang="en-US" sz="1100" b="0" i="0" baseline="0" dirty="0"/>
            <a:t>: Implement ML to predict sensor failures and detect anomalies in sensor data.</a:t>
          </a:r>
          <a:endParaRPr lang="en-US" sz="1100" dirty="0"/>
        </a:p>
      </dgm:t>
    </dgm:pt>
    <dgm:pt modelId="{563E2665-968A-4691-8958-EDF4490040E7}" type="parTrans" cxnId="{78243FFA-C2CF-4A63-8FE9-592399A1295D}">
      <dgm:prSet/>
      <dgm:spPr/>
      <dgm:t>
        <a:bodyPr/>
        <a:lstStyle/>
        <a:p>
          <a:endParaRPr lang="en-US"/>
        </a:p>
      </dgm:t>
    </dgm:pt>
    <dgm:pt modelId="{3C5A4093-7E04-46EE-907B-88A3B3F82020}" type="sibTrans" cxnId="{78243FFA-C2CF-4A63-8FE9-592399A1295D}">
      <dgm:prSet/>
      <dgm:spPr/>
      <dgm:t>
        <a:bodyPr/>
        <a:lstStyle/>
        <a:p>
          <a:endParaRPr lang="en-US"/>
        </a:p>
      </dgm:t>
    </dgm:pt>
    <dgm:pt modelId="{118093F0-76C3-446C-BDAF-416C5591B605}">
      <dgm:prSet custT="1">
        <dgm:style>
          <a:lnRef idx="2">
            <a:schemeClr val="accent4"/>
          </a:lnRef>
          <a:fillRef idx="1">
            <a:schemeClr val="lt1"/>
          </a:fillRef>
          <a:effectRef idx="0">
            <a:schemeClr val="accent4"/>
          </a:effectRef>
          <a:fontRef idx="minor">
            <a:schemeClr val="dk1"/>
          </a:fontRef>
        </dgm:style>
      </dgm:prSet>
      <dgm:spPr/>
      <dgm:t>
        <a:bodyPr/>
        <a:lstStyle/>
        <a:p>
          <a:r>
            <a:rPr lang="en-US" sz="1100" b="1" i="0" baseline="0" dirty="0"/>
            <a:t>Data Collection &amp; Preprocessing</a:t>
          </a:r>
          <a:r>
            <a:rPr lang="en-US" sz="1100" b="0" i="0" baseline="0" dirty="0"/>
            <a:t>: Source data from DynamoDB, clean, normalize, and label it.</a:t>
          </a:r>
          <a:endParaRPr lang="en-US" sz="1100" dirty="0"/>
        </a:p>
      </dgm:t>
    </dgm:pt>
    <dgm:pt modelId="{E736A3E3-C6CD-426A-8268-387BB2F4AE3A}" type="parTrans" cxnId="{1B112C25-954A-48D6-B11B-2144E9D07DA6}">
      <dgm:prSet/>
      <dgm:spPr/>
      <dgm:t>
        <a:bodyPr/>
        <a:lstStyle/>
        <a:p>
          <a:endParaRPr lang="en-US"/>
        </a:p>
      </dgm:t>
    </dgm:pt>
    <dgm:pt modelId="{19332D93-552C-4B4C-9C40-293308C87F87}" type="sibTrans" cxnId="{1B112C25-954A-48D6-B11B-2144E9D07DA6}">
      <dgm:prSet/>
      <dgm:spPr/>
      <dgm:t>
        <a:bodyPr/>
        <a:lstStyle/>
        <a:p>
          <a:endParaRPr lang="en-US"/>
        </a:p>
      </dgm:t>
    </dgm:pt>
    <dgm:pt modelId="{6FD37A44-34DF-4F69-80B7-CA5D47A86449}">
      <dgm:prSet custT="1"/>
      <dgm:spPr/>
      <dgm:t>
        <a:bodyPr/>
        <a:lstStyle/>
        <a:p>
          <a:r>
            <a:rPr lang="en-US" sz="1100" b="1" i="0" baseline="0" dirty="0"/>
            <a:t>Model Training &amp; Evaluation</a:t>
          </a:r>
          <a:r>
            <a:rPr lang="en-US" sz="1100" b="0" i="0" baseline="0" dirty="0"/>
            <a:t>: Trained the XGBoost &amp; other advance methods with cross-validation, achieving high accuracy and recall.</a:t>
          </a:r>
          <a:endParaRPr lang="en-US" sz="1100" dirty="0"/>
        </a:p>
      </dgm:t>
    </dgm:pt>
    <dgm:pt modelId="{00339884-3A22-4DAF-8286-1CF0404F6A59}" type="parTrans" cxnId="{21145596-763C-41A3-9FDB-DEE7BB33B3F8}">
      <dgm:prSet/>
      <dgm:spPr/>
      <dgm:t>
        <a:bodyPr/>
        <a:lstStyle/>
        <a:p>
          <a:endParaRPr lang="en-US"/>
        </a:p>
      </dgm:t>
    </dgm:pt>
    <dgm:pt modelId="{0F8205A2-DCE6-4078-AA1F-A73BA44395B5}" type="sibTrans" cxnId="{21145596-763C-41A3-9FDB-DEE7BB33B3F8}">
      <dgm:prSet/>
      <dgm:spPr/>
      <dgm:t>
        <a:bodyPr/>
        <a:lstStyle/>
        <a:p>
          <a:endParaRPr lang="en-US"/>
        </a:p>
      </dgm:t>
    </dgm:pt>
    <dgm:pt modelId="{11B3CC40-162B-48EF-B673-CE2336C01C49}">
      <dgm:prSet custT="1"/>
      <dgm:spPr/>
      <dgm:t>
        <a:bodyPr/>
        <a:lstStyle/>
        <a:p>
          <a:r>
            <a:rPr lang="en-US" sz="1100" b="1" i="0" baseline="0" dirty="0"/>
            <a:t>Deployment &amp; Integration</a:t>
          </a:r>
          <a:r>
            <a:rPr lang="en-US" sz="1100" b="0" i="0" baseline="0" dirty="0"/>
            <a:t>: Conduct real-time analysis using AWS Lambda, integrating with DynamoDB and Bedrock.</a:t>
          </a:r>
          <a:endParaRPr lang="en-US" sz="1100" dirty="0"/>
        </a:p>
      </dgm:t>
    </dgm:pt>
    <dgm:pt modelId="{1E7EE1E4-F775-4B60-84CC-56CEF7324E26}" type="parTrans" cxnId="{AD0E89AE-E0E6-43AF-8D6C-5DD877C7F2D2}">
      <dgm:prSet/>
      <dgm:spPr/>
      <dgm:t>
        <a:bodyPr/>
        <a:lstStyle/>
        <a:p>
          <a:endParaRPr lang="en-US"/>
        </a:p>
      </dgm:t>
    </dgm:pt>
    <dgm:pt modelId="{500DFA90-94DD-459C-B222-BC681F219FC6}" type="sibTrans" cxnId="{AD0E89AE-E0E6-43AF-8D6C-5DD877C7F2D2}">
      <dgm:prSet/>
      <dgm:spPr/>
      <dgm:t>
        <a:bodyPr/>
        <a:lstStyle/>
        <a:p>
          <a:endParaRPr lang="en-US"/>
        </a:p>
      </dgm:t>
    </dgm:pt>
    <dgm:pt modelId="{C551A80E-6216-45F8-87B4-06B82F161504}">
      <dgm:prSet custT="1"/>
      <dgm:spPr/>
      <dgm:t>
        <a:bodyPr/>
        <a:lstStyle/>
        <a:p>
          <a:r>
            <a:rPr lang="en-US" sz="1100" b="1" i="0" baseline="0" dirty="0"/>
            <a:t>Future Enhancements</a:t>
          </a:r>
          <a:r>
            <a:rPr lang="en-US" sz="1100" b="0" i="0" baseline="0" dirty="0"/>
            <a:t>: Improve predictions with other suitable &amp; advancement and automate maintenance actions.</a:t>
          </a:r>
          <a:endParaRPr lang="en-US" sz="1100" dirty="0"/>
        </a:p>
      </dgm:t>
    </dgm:pt>
    <dgm:pt modelId="{27E06C13-297D-4A97-8C9B-4FC47C1EABBF}" type="parTrans" cxnId="{1A00B078-C503-41D8-92EB-96690544534D}">
      <dgm:prSet/>
      <dgm:spPr/>
      <dgm:t>
        <a:bodyPr/>
        <a:lstStyle/>
        <a:p>
          <a:endParaRPr lang="en-US"/>
        </a:p>
      </dgm:t>
    </dgm:pt>
    <dgm:pt modelId="{628F61CE-B956-4890-BC71-34F1B627929B}" type="sibTrans" cxnId="{1A00B078-C503-41D8-92EB-96690544534D}">
      <dgm:prSet/>
      <dgm:spPr/>
      <dgm:t>
        <a:bodyPr/>
        <a:lstStyle/>
        <a:p>
          <a:endParaRPr lang="en-US"/>
        </a:p>
      </dgm:t>
    </dgm:pt>
    <dgm:pt modelId="{5D7C60EF-0076-44A6-9002-B87D96BCD8BE}" type="pres">
      <dgm:prSet presAssocID="{A2789F56-4ECE-4CDA-80A6-079E2CB5C4C1}" presName="linear" presStyleCnt="0">
        <dgm:presLayoutVars>
          <dgm:animLvl val="lvl"/>
          <dgm:resizeHandles val="exact"/>
        </dgm:presLayoutVars>
      </dgm:prSet>
      <dgm:spPr/>
    </dgm:pt>
    <dgm:pt modelId="{4034120E-8707-4781-86C7-FE9B6C45FA8B}" type="pres">
      <dgm:prSet presAssocID="{021752CE-4AE1-4738-A773-4F6DB2F80903}" presName="parentText" presStyleLbl="node1" presStyleIdx="0" presStyleCnt="5">
        <dgm:presLayoutVars>
          <dgm:chMax val="0"/>
          <dgm:bulletEnabled val="1"/>
        </dgm:presLayoutVars>
      </dgm:prSet>
      <dgm:spPr/>
    </dgm:pt>
    <dgm:pt modelId="{E0E6440D-4F85-40C5-9FE4-EA61EC81441A}" type="pres">
      <dgm:prSet presAssocID="{3C5A4093-7E04-46EE-907B-88A3B3F82020}" presName="spacer" presStyleCnt="0"/>
      <dgm:spPr/>
    </dgm:pt>
    <dgm:pt modelId="{7BDA28C3-E57D-4273-810E-1E98752E2BC3}" type="pres">
      <dgm:prSet presAssocID="{118093F0-76C3-446C-BDAF-416C5591B605}" presName="parentText" presStyleLbl="node1" presStyleIdx="1" presStyleCnt="5" custLinFactNeighborY="0">
        <dgm:presLayoutVars>
          <dgm:chMax val="0"/>
          <dgm:bulletEnabled val="1"/>
        </dgm:presLayoutVars>
      </dgm:prSet>
      <dgm:spPr/>
    </dgm:pt>
    <dgm:pt modelId="{C9BE4EFE-80BA-4838-A12F-7E367DA5DF2C}" type="pres">
      <dgm:prSet presAssocID="{19332D93-552C-4B4C-9C40-293308C87F87}" presName="spacer" presStyleCnt="0"/>
      <dgm:spPr/>
    </dgm:pt>
    <dgm:pt modelId="{98417544-1F5E-43CA-B78D-26E82BB5D8ED}" type="pres">
      <dgm:prSet presAssocID="{6FD37A44-34DF-4F69-80B7-CA5D47A86449}" presName="parentText" presStyleLbl="node1" presStyleIdx="2" presStyleCnt="5">
        <dgm:presLayoutVars>
          <dgm:chMax val="0"/>
          <dgm:bulletEnabled val="1"/>
        </dgm:presLayoutVars>
      </dgm:prSet>
      <dgm:spPr/>
    </dgm:pt>
    <dgm:pt modelId="{41717D55-A5AB-438A-8606-F1AA378B6EC7}" type="pres">
      <dgm:prSet presAssocID="{0F8205A2-DCE6-4078-AA1F-A73BA44395B5}" presName="spacer" presStyleCnt="0"/>
      <dgm:spPr/>
    </dgm:pt>
    <dgm:pt modelId="{384563E3-F1E6-45CA-8D7B-09E518209897}" type="pres">
      <dgm:prSet presAssocID="{11B3CC40-162B-48EF-B673-CE2336C01C49}" presName="parentText" presStyleLbl="node1" presStyleIdx="3" presStyleCnt="5">
        <dgm:presLayoutVars>
          <dgm:chMax val="0"/>
          <dgm:bulletEnabled val="1"/>
        </dgm:presLayoutVars>
      </dgm:prSet>
      <dgm:spPr/>
    </dgm:pt>
    <dgm:pt modelId="{33410139-E10F-4D00-89C6-6F3B1770156F}" type="pres">
      <dgm:prSet presAssocID="{500DFA90-94DD-459C-B222-BC681F219FC6}" presName="spacer" presStyleCnt="0"/>
      <dgm:spPr/>
    </dgm:pt>
    <dgm:pt modelId="{0C4B9C57-775C-4A61-B6E0-A4513AE6E1AD}" type="pres">
      <dgm:prSet presAssocID="{C551A80E-6216-45F8-87B4-06B82F161504}" presName="parentText" presStyleLbl="node1" presStyleIdx="4" presStyleCnt="5" custLinFactNeighborY="-67842">
        <dgm:presLayoutVars>
          <dgm:chMax val="0"/>
          <dgm:bulletEnabled val="1"/>
        </dgm:presLayoutVars>
      </dgm:prSet>
      <dgm:spPr/>
    </dgm:pt>
  </dgm:ptLst>
  <dgm:cxnLst>
    <dgm:cxn modelId="{7E5B131A-8782-44DD-87D9-BE9815E19033}" type="presOf" srcId="{118093F0-76C3-446C-BDAF-416C5591B605}" destId="{7BDA28C3-E57D-4273-810E-1E98752E2BC3}" srcOrd="0" destOrd="0" presId="urn:microsoft.com/office/officeart/2005/8/layout/vList2"/>
    <dgm:cxn modelId="{1B112C25-954A-48D6-B11B-2144E9D07DA6}" srcId="{A2789F56-4ECE-4CDA-80A6-079E2CB5C4C1}" destId="{118093F0-76C3-446C-BDAF-416C5591B605}" srcOrd="1" destOrd="0" parTransId="{E736A3E3-C6CD-426A-8268-387BB2F4AE3A}" sibTransId="{19332D93-552C-4B4C-9C40-293308C87F87}"/>
    <dgm:cxn modelId="{2234295C-495E-4131-A5FC-87E111BAD8CA}" type="presOf" srcId="{11B3CC40-162B-48EF-B673-CE2336C01C49}" destId="{384563E3-F1E6-45CA-8D7B-09E518209897}" srcOrd="0" destOrd="0" presId="urn:microsoft.com/office/officeart/2005/8/layout/vList2"/>
    <dgm:cxn modelId="{509D2162-886B-4BFF-9AF7-A1556143108B}" type="presOf" srcId="{6FD37A44-34DF-4F69-80B7-CA5D47A86449}" destId="{98417544-1F5E-43CA-B78D-26E82BB5D8ED}" srcOrd="0" destOrd="0" presId="urn:microsoft.com/office/officeart/2005/8/layout/vList2"/>
    <dgm:cxn modelId="{1A00B078-C503-41D8-92EB-96690544534D}" srcId="{A2789F56-4ECE-4CDA-80A6-079E2CB5C4C1}" destId="{C551A80E-6216-45F8-87B4-06B82F161504}" srcOrd="4" destOrd="0" parTransId="{27E06C13-297D-4A97-8C9B-4FC47C1EABBF}" sibTransId="{628F61CE-B956-4890-BC71-34F1B627929B}"/>
    <dgm:cxn modelId="{2EECE095-60E6-468D-A843-D246CBA70576}" type="presOf" srcId="{C551A80E-6216-45F8-87B4-06B82F161504}" destId="{0C4B9C57-775C-4A61-B6E0-A4513AE6E1AD}" srcOrd="0" destOrd="0" presId="urn:microsoft.com/office/officeart/2005/8/layout/vList2"/>
    <dgm:cxn modelId="{21145596-763C-41A3-9FDB-DEE7BB33B3F8}" srcId="{A2789F56-4ECE-4CDA-80A6-079E2CB5C4C1}" destId="{6FD37A44-34DF-4F69-80B7-CA5D47A86449}" srcOrd="2" destOrd="0" parTransId="{00339884-3A22-4DAF-8286-1CF0404F6A59}" sibTransId="{0F8205A2-DCE6-4078-AA1F-A73BA44395B5}"/>
    <dgm:cxn modelId="{AD0E89AE-E0E6-43AF-8D6C-5DD877C7F2D2}" srcId="{A2789F56-4ECE-4CDA-80A6-079E2CB5C4C1}" destId="{11B3CC40-162B-48EF-B673-CE2336C01C49}" srcOrd="3" destOrd="0" parTransId="{1E7EE1E4-F775-4B60-84CC-56CEF7324E26}" sibTransId="{500DFA90-94DD-459C-B222-BC681F219FC6}"/>
    <dgm:cxn modelId="{32C165B5-590A-4BE8-BC6C-B13126EABB10}" type="presOf" srcId="{A2789F56-4ECE-4CDA-80A6-079E2CB5C4C1}" destId="{5D7C60EF-0076-44A6-9002-B87D96BCD8BE}" srcOrd="0" destOrd="0" presId="urn:microsoft.com/office/officeart/2005/8/layout/vList2"/>
    <dgm:cxn modelId="{208095C9-ACF1-4778-92DD-F07DEFB1AB0F}" type="presOf" srcId="{021752CE-4AE1-4738-A773-4F6DB2F80903}" destId="{4034120E-8707-4781-86C7-FE9B6C45FA8B}" srcOrd="0" destOrd="0" presId="urn:microsoft.com/office/officeart/2005/8/layout/vList2"/>
    <dgm:cxn modelId="{78243FFA-C2CF-4A63-8FE9-592399A1295D}" srcId="{A2789F56-4ECE-4CDA-80A6-079E2CB5C4C1}" destId="{021752CE-4AE1-4738-A773-4F6DB2F80903}" srcOrd="0" destOrd="0" parTransId="{563E2665-968A-4691-8958-EDF4490040E7}" sibTransId="{3C5A4093-7E04-46EE-907B-88A3B3F82020}"/>
    <dgm:cxn modelId="{2CBA00C4-E527-4C64-9A20-08D1AFDA2B21}" type="presParOf" srcId="{5D7C60EF-0076-44A6-9002-B87D96BCD8BE}" destId="{4034120E-8707-4781-86C7-FE9B6C45FA8B}" srcOrd="0" destOrd="0" presId="urn:microsoft.com/office/officeart/2005/8/layout/vList2"/>
    <dgm:cxn modelId="{9ED09371-2ADA-4A38-9DD8-75A173BF4587}" type="presParOf" srcId="{5D7C60EF-0076-44A6-9002-B87D96BCD8BE}" destId="{E0E6440D-4F85-40C5-9FE4-EA61EC81441A}" srcOrd="1" destOrd="0" presId="urn:microsoft.com/office/officeart/2005/8/layout/vList2"/>
    <dgm:cxn modelId="{A97F61E9-98A0-4E4B-9A27-1690D71AC4AF}" type="presParOf" srcId="{5D7C60EF-0076-44A6-9002-B87D96BCD8BE}" destId="{7BDA28C3-E57D-4273-810E-1E98752E2BC3}" srcOrd="2" destOrd="0" presId="urn:microsoft.com/office/officeart/2005/8/layout/vList2"/>
    <dgm:cxn modelId="{CA513D20-6CF4-4A91-830F-CFDEC3224364}" type="presParOf" srcId="{5D7C60EF-0076-44A6-9002-B87D96BCD8BE}" destId="{C9BE4EFE-80BA-4838-A12F-7E367DA5DF2C}" srcOrd="3" destOrd="0" presId="urn:microsoft.com/office/officeart/2005/8/layout/vList2"/>
    <dgm:cxn modelId="{37896B9F-E70E-4A5F-87C2-93DF6EE86675}" type="presParOf" srcId="{5D7C60EF-0076-44A6-9002-B87D96BCD8BE}" destId="{98417544-1F5E-43CA-B78D-26E82BB5D8ED}" srcOrd="4" destOrd="0" presId="urn:microsoft.com/office/officeart/2005/8/layout/vList2"/>
    <dgm:cxn modelId="{F7380DCF-830C-4808-8B6C-288AA97E4722}" type="presParOf" srcId="{5D7C60EF-0076-44A6-9002-B87D96BCD8BE}" destId="{41717D55-A5AB-438A-8606-F1AA378B6EC7}" srcOrd="5" destOrd="0" presId="urn:microsoft.com/office/officeart/2005/8/layout/vList2"/>
    <dgm:cxn modelId="{897CC6B6-9D87-428E-B262-F9A40800B1FF}" type="presParOf" srcId="{5D7C60EF-0076-44A6-9002-B87D96BCD8BE}" destId="{384563E3-F1E6-45CA-8D7B-09E518209897}" srcOrd="6" destOrd="0" presId="urn:microsoft.com/office/officeart/2005/8/layout/vList2"/>
    <dgm:cxn modelId="{329C7770-EF8C-428D-AB1B-77ECDBD65B15}" type="presParOf" srcId="{5D7C60EF-0076-44A6-9002-B87D96BCD8BE}" destId="{33410139-E10F-4D00-89C6-6F3B1770156F}" srcOrd="7" destOrd="0" presId="urn:microsoft.com/office/officeart/2005/8/layout/vList2"/>
    <dgm:cxn modelId="{964AFADF-BCD7-45B2-BC54-DFA6381E2312}" type="presParOf" srcId="{5D7C60EF-0076-44A6-9002-B87D96BCD8BE}" destId="{0C4B9C57-775C-4A61-B6E0-A4513AE6E1AD}" srcOrd="8"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07F4E78-2567-4FD8-9726-BEF3BFCC5266}"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1B1CCE73-E136-47C1-B090-A4964DE4B440}">
      <dgm:prSet custT="1">
        <dgm:style>
          <a:lnRef idx="2">
            <a:schemeClr val="accent4"/>
          </a:lnRef>
          <a:fillRef idx="1">
            <a:schemeClr val="lt1"/>
          </a:fillRef>
          <a:effectRef idx="0">
            <a:schemeClr val="accent4"/>
          </a:effectRef>
          <a:fontRef idx="minor">
            <a:schemeClr val="dk1"/>
          </a:fontRef>
        </dgm:style>
      </dgm:prSet>
      <dgm:spPr/>
      <dgm:t>
        <a:bodyPr/>
        <a:lstStyle/>
        <a:p>
          <a:r>
            <a:rPr lang="en-US" sz="1400" dirty="0"/>
            <a:t>Enhance Integration scope with enterprise applications</a:t>
          </a:r>
        </a:p>
      </dgm:t>
    </dgm:pt>
    <dgm:pt modelId="{E01A9608-51E9-42C1-8E69-0D7F9B8186BA}" type="parTrans" cxnId="{947492C7-D490-4F3C-BEE3-2C9BB695AE0A}">
      <dgm:prSet/>
      <dgm:spPr/>
      <dgm:t>
        <a:bodyPr/>
        <a:lstStyle/>
        <a:p>
          <a:endParaRPr lang="en-US"/>
        </a:p>
      </dgm:t>
    </dgm:pt>
    <dgm:pt modelId="{5D4BB84A-0D0F-4CF3-9357-DDDC31DC57D2}" type="sibTrans" cxnId="{947492C7-D490-4F3C-BEE3-2C9BB695AE0A}">
      <dgm:prSet/>
      <dgm:spPr/>
      <dgm:t>
        <a:bodyPr/>
        <a:lstStyle/>
        <a:p>
          <a:endParaRPr lang="en-US"/>
        </a:p>
      </dgm:t>
    </dgm:pt>
    <dgm:pt modelId="{6CBCC4BE-4AA0-4C90-978B-88051B565993}">
      <dgm:prSet custT="1">
        <dgm:style>
          <a:lnRef idx="2">
            <a:schemeClr val="accent4"/>
          </a:lnRef>
          <a:fillRef idx="1">
            <a:schemeClr val="lt1"/>
          </a:fillRef>
          <a:effectRef idx="0">
            <a:schemeClr val="accent4"/>
          </a:effectRef>
          <a:fontRef idx="minor">
            <a:schemeClr val="dk1"/>
          </a:fontRef>
        </dgm:style>
      </dgm:prSet>
      <dgm:spPr/>
      <dgm:t>
        <a:bodyPr/>
        <a:lstStyle/>
        <a:p>
          <a:r>
            <a:rPr lang="en-US" sz="1400" b="0" i="0" baseline="0" dirty="0"/>
            <a:t>Explore advance features of AWS bedrock AI services like images</a:t>
          </a:r>
          <a:endParaRPr lang="en-US" sz="1400" b="0" dirty="0"/>
        </a:p>
      </dgm:t>
    </dgm:pt>
    <dgm:pt modelId="{44C7DB41-A389-41C2-A468-B93BDD80C8FA}" type="parTrans" cxnId="{0C5BA265-69E9-4FF5-B068-8D2809C9C5A9}">
      <dgm:prSet/>
      <dgm:spPr/>
      <dgm:t>
        <a:bodyPr/>
        <a:lstStyle/>
        <a:p>
          <a:endParaRPr lang="en-US"/>
        </a:p>
      </dgm:t>
    </dgm:pt>
    <dgm:pt modelId="{209B37EF-6400-4E8C-A0D5-DDC185EA7F79}" type="sibTrans" cxnId="{0C5BA265-69E9-4FF5-B068-8D2809C9C5A9}">
      <dgm:prSet/>
      <dgm:spPr/>
      <dgm:t>
        <a:bodyPr/>
        <a:lstStyle/>
        <a:p>
          <a:endParaRPr lang="en-US"/>
        </a:p>
      </dgm:t>
    </dgm:pt>
    <dgm:pt modelId="{54956311-7D18-4EC2-AA8B-EF44978F61C3}">
      <dgm:prSet custT="1">
        <dgm:style>
          <a:lnRef idx="2">
            <a:schemeClr val="accent4"/>
          </a:lnRef>
          <a:fillRef idx="1">
            <a:schemeClr val="lt1"/>
          </a:fillRef>
          <a:effectRef idx="0">
            <a:schemeClr val="accent4"/>
          </a:effectRef>
          <a:fontRef idx="minor">
            <a:schemeClr val="dk1"/>
          </a:fontRef>
        </dgm:style>
      </dgm:prSet>
      <dgm:spPr/>
      <dgm:t>
        <a:bodyPr/>
        <a:lstStyle/>
        <a:p>
          <a:r>
            <a:rPr lang="en-US" sz="1400" dirty="0"/>
            <a:t>Engage &amp; collaborate with interested businesses for tailored MVPs and implementation in real case</a:t>
          </a:r>
        </a:p>
      </dgm:t>
    </dgm:pt>
    <dgm:pt modelId="{8D112455-871B-42A2-A390-4795FEEF583D}" type="parTrans" cxnId="{004CEF47-4FC7-4483-9840-060F125A3E56}">
      <dgm:prSet/>
      <dgm:spPr/>
      <dgm:t>
        <a:bodyPr/>
        <a:lstStyle/>
        <a:p>
          <a:endParaRPr lang="en-US"/>
        </a:p>
      </dgm:t>
    </dgm:pt>
    <dgm:pt modelId="{72ABC4C0-3354-46FE-9537-D99EBD65B9C3}" type="sibTrans" cxnId="{004CEF47-4FC7-4483-9840-060F125A3E56}">
      <dgm:prSet/>
      <dgm:spPr/>
      <dgm:t>
        <a:bodyPr/>
        <a:lstStyle/>
        <a:p>
          <a:endParaRPr lang="en-US"/>
        </a:p>
      </dgm:t>
    </dgm:pt>
    <dgm:pt modelId="{A11DBCDE-3111-439C-A854-BAC8EF55D87D}">
      <dgm:prSet custT="1">
        <dgm:style>
          <a:lnRef idx="2">
            <a:schemeClr val="accent4"/>
          </a:lnRef>
          <a:fillRef idx="1">
            <a:schemeClr val="lt1"/>
          </a:fillRef>
          <a:effectRef idx="0">
            <a:schemeClr val="accent4"/>
          </a:effectRef>
          <a:fontRef idx="minor">
            <a:schemeClr val="dk1"/>
          </a:fontRef>
        </dgm:style>
      </dgm:prSet>
      <dgm:spPr/>
      <dgm:t>
        <a:bodyPr/>
        <a:lstStyle/>
        <a:p>
          <a:r>
            <a:rPr lang="en-US" sz="1400" b="0" i="0" baseline="0" dirty="0"/>
            <a:t>Implement Business Feedbacks for continuous learning and improvement</a:t>
          </a:r>
          <a:endParaRPr lang="en-US" sz="1400" b="0" dirty="0"/>
        </a:p>
      </dgm:t>
    </dgm:pt>
    <dgm:pt modelId="{0DDAE889-2259-4039-8974-84094FF9AB35}" type="parTrans" cxnId="{8A90C3F4-365B-4D5D-9D36-567E03C571AA}">
      <dgm:prSet/>
      <dgm:spPr/>
      <dgm:t>
        <a:bodyPr/>
        <a:lstStyle/>
        <a:p>
          <a:endParaRPr lang="en-US"/>
        </a:p>
      </dgm:t>
    </dgm:pt>
    <dgm:pt modelId="{D3873E3D-8D4F-46FC-B578-1C9548DBF359}" type="sibTrans" cxnId="{8A90C3F4-365B-4D5D-9D36-567E03C571AA}">
      <dgm:prSet/>
      <dgm:spPr/>
      <dgm:t>
        <a:bodyPr/>
        <a:lstStyle/>
        <a:p>
          <a:endParaRPr lang="en-US"/>
        </a:p>
      </dgm:t>
    </dgm:pt>
    <dgm:pt modelId="{FE281EDD-2964-4A05-A431-3CD82FC2DC18}">
      <dgm:prSet custT="1">
        <dgm:style>
          <a:lnRef idx="2">
            <a:schemeClr val="accent4"/>
          </a:lnRef>
          <a:fillRef idx="1">
            <a:schemeClr val="lt1"/>
          </a:fillRef>
          <a:effectRef idx="0">
            <a:schemeClr val="accent4"/>
          </a:effectRef>
          <a:fontRef idx="minor">
            <a:schemeClr val="dk1"/>
          </a:fontRef>
        </dgm:style>
      </dgm:prSet>
      <dgm:spPr/>
      <dgm:t>
        <a:bodyPr/>
        <a:lstStyle/>
        <a:p>
          <a:r>
            <a:rPr lang="en-US" sz="1400" b="0" i="0" baseline="0" dirty="0"/>
            <a:t>Use Human-in-Loop strategy &amp; re-enforcement learning to finetune AI Agent from Predictive suggestion to action</a:t>
          </a:r>
          <a:endParaRPr lang="en-US" sz="1400" b="0" dirty="0"/>
        </a:p>
      </dgm:t>
    </dgm:pt>
    <dgm:pt modelId="{2E10A8C0-F0D5-487D-AB2D-E71C4A16EA5B}" type="sibTrans" cxnId="{59CD47AD-89D4-4929-A2FF-DD4DD90319F5}">
      <dgm:prSet/>
      <dgm:spPr/>
      <dgm:t>
        <a:bodyPr/>
        <a:lstStyle/>
        <a:p>
          <a:endParaRPr lang="en-US"/>
        </a:p>
      </dgm:t>
    </dgm:pt>
    <dgm:pt modelId="{4BC33F34-B65F-4AC6-8C84-90F93332AF27}" type="parTrans" cxnId="{59CD47AD-89D4-4929-A2FF-DD4DD90319F5}">
      <dgm:prSet/>
      <dgm:spPr/>
      <dgm:t>
        <a:bodyPr/>
        <a:lstStyle/>
        <a:p>
          <a:endParaRPr lang="en-US"/>
        </a:p>
      </dgm:t>
    </dgm:pt>
    <dgm:pt modelId="{8B748D06-F67F-4052-85F5-3AEFA2F5E892}" type="pres">
      <dgm:prSet presAssocID="{107F4E78-2567-4FD8-9726-BEF3BFCC5266}" presName="linear" presStyleCnt="0">
        <dgm:presLayoutVars>
          <dgm:animLvl val="lvl"/>
          <dgm:resizeHandles val="exact"/>
        </dgm:presLayoutVars>
      </dgm:prSet>
      <dgm:spPr/>
    </dgm:pt>
    <dgm:pt modelId="{BE9D6390-4A3C-40F8-9CF1-360E8A577B94}" type="pres">
      <dgm:prSet presAssocID="{FE281EDD-2964-4A05-A431-3CD82FC2DC18}" presName="parentText" presStyleLbl="node1" presStyleIdx="0" presStyleCnt="5">
        <dgm:presLayoutVars>
          <dgm:chMax val="0"/>
          <dgm:bulletEnabled val="1"/>
        </dgm:presLayoutVars>
      </dgm:prSet>
      <dgm:spPr/>
    </dgm:pt>
    <dgm:pt modelId="{3DF1E638-7DCD-49B3-BB12-025A50CEEB36}" type="pres">
      <dgm:prSet presAssocID="{2E10A8C0-F0D5-487D-AB2D-E71C4A16EA5B}" presName="spacer" presStyleCnt="0"/>
      <dgm:spPr/>
    </dgm:pt>
    <dgm:pt modelId="{021E945B-31CC-4BD2-B575-8CA120605698}" type="pres">
      <dgm:prSet presAssocID="{1B1CCE73-E136-47C1-B090-A4964DE4B440}" presName="parentText" presStyleLbl="node1" presStyleIdx="1" presStyleCnt="5">
        <dgm:presLayoutVars>
          <dgm:chMax val="0"/>
          <dgm:bulletEnabled val="1"/>
        </dgm:presLayoutVars>
      </dgm:prSet>
      <dgm:spPr/>
    </dgm:pt>
    <dgm:pt modelId="{D5C4AA05-0ABA-453E-B16B-397CC1144E86}" type="pres">
      <dgm:prSet presAssocID="{5D4BB84A-0D0F-4CF3-9357-DDDC31DC57D2}" presName="spacer" presStyleCnt="0"/>
      <dgm:spPr/>
    </dgm:pt>
    <dgm:pt modelId="{4C0957B2-2652-44AF-8E62-D8E0E885DF10}" type="pres">
      <dgm:prSet presAssocID="{6CBCC4BE-4AA0-4C90-978B-88051B565993}" presName="parentText" presStyleLbl="node1" presStyleIdx="2" presStyleCnt="5">
        <dgm:presLayoutVars>
          <dgm:chMax val="0"/>
          <dgm:bulletEnabled val="1"/>
        </dgm:presLayoutVars>
      </dgm:prSet>
      <dgm:spPr/>
    </dgm:pt>
    <dgm:pt modelId="{C0750A29-D604-454E-8621-4EAA334C5A59}" type="pres">
      <dgm:prSet presAssocID="{209B37EF-6400-4E8C-A0D5-DDC185EA7F79}" presName="spacer" presStyleCnt="0"/>
      <dgm:spPr/>
    </dgm:pt>
    <dgm:pt modelId="{114D1133-5B26-47A9-8567-B3B5B9E1CD4A}" type="pres">
      <dgm:prSet presAssocID="{54956311-7D18-4EC2-AA8B-EF44978F61C3}" presName="parentText" presStyleLbl="node1" presStyleIdx="3" presStyleCnt="5" custLinFactNeighborY="1585">
        <dgm:presLayoutVars>
          <dgm:chMax val="0"/>
          <dgm:bulletEnabled val="1"/>
        </dgm:presLayoutVars>
      </dgm:prSet>
      <dgm:spPr/>
    </dgm:pt>
    <dgm:pt modelId="{EA1C3B72-5CE3-44D1-951B-7303C6B01AB9}" type="pres">
      <dgm:prSet presAssocID="{72ABC4C0-3354-46FE-9537-D99EBD65B9C3}" presName="spacer" presStyleCnt="0"/>
      <dgm:spPr/>
    </dgm:pt>
    <dgm:pt modelId="{B9D13F1C-89FB-42A8-8A02-1678C80BAAEE}" type="pres">
      <dgm:prSet presAssocID="{A11DBCDE-3111-439C-A854-BAC8EF55D87D}" presName="parentText" presStyleLbl="node1" presStyleIdx="4" presStyleCnt="5">
        <dgm:presLayoutVars>
          <dgm:chMax val="0"/>
          <dgm:bulletEnabled val="1"/>
        </dgm:presLayoutVars>
      </dgm:prSet>
      <dgm:spPr/>
    </dgm:pt>
  </dgm:ptLst>
  <dgm:cxnLst>
    <dgm:cxn modelId="{6E0D570D-78E9-4F0D-883E-CAC19625013C}" type="presOf" srcId="{A11DBCDE-3111-439C-A854-BAC8EF55D87D}" destId="{B9D13F1C-89FB-42A8-8A02-1678C80BAAEE}" srcOrd="0" destOrd="0" presId="urn:microsoft.com/office/officeart/2005/8/layout/vList2"/>
    <dgm:cxn modelId="{FBB6272E-1FA4-4EA8-9CA5-2D472A828398}" type="presOf" srcId="{107F4E78-2567-4FD8-9726-BEF3BFCC5266}" destId="{8B748D06-F67F-4052-85F5-3AEFA2F5E892}" srcOrd="0" destOrd="0" presId="urn:microsoft.com/office/officeart/2005/8/layout/vList2"/>
    <dgm:cxn modelId="{0C5BA265-69E9-4FF5-B068-8D2809C9C5A9}" srcId="{107F4E78-2567-4FD8-9726-BEF3BFCC5266}" destId="{6CBCC4BE-4AA0-4C90-978B-88051B565993}" srcOrd="2" destOrd="0" parTransId="{44C7DB41-A389-41C2-A468-B93BDD80C8FA}" sibTransId="{209B37EF-6400-4E8C-A0D5-DDC185EA7F79}"/>
    <dgm:cxn modelId="{004CEF47-4FC7-4483-9840-060F125A3E56}" srcId="{107F4E78-2567-4FD8-9726-BEF3BFCC5266}" destId="{54956311-7D18-4EC2-AA8B-EF44978F61C3}" srcOrd="3" destOrd="0" parTransId="{8D112455-871B-42A2-A390-4795FEEF583D}" sibTransId="{72ABC4C0-3354-46FE-9537-D99EBD65B9C3}"/>
    <dgm:cxn modelId="{0C630352-34C0-452F-9F34-FE06B408ECF4}" type="presOf" srcId="{1B1CCE73-E136-47C1-B090-A4964DE4B440}" destId="{021E945B-31CC-4BD2-B575-8CA120605698}" srcOrd="0" destOrd="0" presId="urn:microsoft.com/office/officeart/2005/8/layout/vList2"/>
    <dgm:cxn modelId="{EE78647F-3119-4E2F-9516-783363737B07}" type="presOf" srcId="{FE281EDD-2964-4A05-A431-3CD82FC2DC18}" destId="{BE9D6390-4A3C-40F8-9CF1-360E8A577B94}" srcOrd="0" destOrd="0" presId="urn:microsoft.com/office/officeart/2005/8/layout/vList2"/>
    <dgm:cxn modelId="{59CD47AD-89D4-4929-A2FF-DD4DD90319F5}" srcId="{107F4E78-2567-4FD8-9726-BEF3BFCC5266}" destId="{FE281EDD-2964-4A05-A431-3CD82FC2DC18}" srcOrd="0" destOrd="0" parTransId="{4BC33F34-B65F-4AC6-8C84-90F93332AF27}" sibTransId="{2E10A8C0-F0D5-487D-AB2D-E71C4A16EA5B}"/>
    <dgm:cxn modelId="{A5E9DFB9-9BCB-450B-B6F8-C825524196D1}" type="presOf" srcId="{54956311-7D18-4EC2-AA8B-EF44978F61C3}" destId="{114D1133-5B26-47A9-8567-B3B5B9E1CD4A}" srcOrd="0" destOrd="0" presId="urn:microsoft.com/office/officeart/2005/8/layout/vList2"/>
    <dgm:cxn modelId="{947492C7-D490-4F3C-BEE3-2C9BB695AE0A}" srcId="{107F4E78-2567-4FD8-9726-BEF3BFCC5266}" destId="{1B1CCE73-E136-47C1-B090-A4964DE4B440}" srcOrd="1" destOrd="0" parTransId="{E01A9608-51E9-42C1-8E69-0D7F9B8186BA}" sibTransId="{5D4BB84A-0D0F-4CF3-9357-DDDC31DC57D2}"/>
    <dgm:cxn modelId="{C19962E9-A709-4DD5-B999-CF96A68585DB}" type="presOf" srcId="{6CBCC4BE-4AA0-4C90-978B-88051B565993}" destId="{4C0957B2-2652-44AF-8E62-D8E0E885DF10}" srcOrd="0" destOrd="0" presId="urn:microsoft.com/office/officeart/2005/8/layout/vList2"/>
    <dgm:cxn modelId="{8A90C3F4-365B-4D5D-9D36-567E03C571AA}" srcId="{107F4E78-2567-4FD8-9726-BEF3BFCC5266}" destId="{A11DBCDE-3111-439C-A854-BAC8EF55D87D}" srcOrd="4" destOrd="0" parTransId="{0DDAE889-2259-4039-8974-84094FF9AB35}" sibTransId="{D3873E3D-8D4F-46FC-B578-1C9548DBF359}"/>
    <dgm:cxn modelId="{A345693C-714C-46E9-8121-9E7B9AB252C7}" type="presParOf" srcId="{8B748D06-F67F-4052-85F5-3AEFA2F5E892}" destId="{BE9D6390-4A3C-40F8-9CF1-360E8A577B94}" srcOrd="0" destOrd="0" presId="urn:microsoft.com/office/officeart/2005/8/layout/vList2"/>
    <dgm:cxn modelId="{C229F201-A01F-4231-96C9-D966593848D0}" type="presParOf" srcId="{8B748D06-F67F-4052-85F5-3AEFA2F5E892}" destId="{3DF1E638-7DCD-49B3-BB12-025A50CEEB36}" srcOrd="1" destOrd="0" presId="urn:microsoft.com/office/officeart/2005/8/layout/vList2"/>
    <dgm:cxn modelId="{462AB854-E34C-4DC2-AA07-63E1B5FB3271}" type="presParOf" srcId="{8B748D06-F67F-4052-85F5-3AEFA2F5E892}" destId="{021E945B-31CC-4BD2-B575-8CA120605698}" srcOrd="2" destOrd="0" presId="urn:microsoft.com/office/officeart/2005/8/layout/vList2"/>
    <dgm:cxn modelId="{E2E751F4-85C2-4CA7-B02C-F4E55EB7B534}" type="presParOf" srcId="{8B748D06-F67F-4052-85F5-3AEFA2F5E892}" destId="{D5C4AA05-0ABA-453E-B16B-397CC1144E86}" srcOrd="3" destOrd="0" presId="urn:microsoft.com/office/officeart/2005/8/layout/vList2"/>
    <dgm:cxn modelId="{30413CE2-19AF-4AFD-9C45-EA420CF1FB34}" type="presParOf" srcId="{8B748D06-F67F-4052-85F5-3AEFA2F5E892}" destId="{4C0957B2-2652-44AF-8E62-D8E0E885DF10}" srcOrd="4" destOrd="0" presId="urn:microsoft.com/office/officeart/2005/8/layout/vList2"/>
    <dgm:cxn modelId="{C74A0514-ACF3-4C0F-9F80-0344737E22D2}" type="presParOf" srcId="{8B748D06-F67F-4052-85F5-3AEFA2F5E892}" destId="{C0750A29-D604-454E-8621-4EAA334C5A59}" srcOrd="5" destOrd="0" presId="urn:microsoft.com/office/officeart/2005/8/layout/vList2"/>
    <dgm:cxn modelId="{BD1384A4-6220-44F9-B50A-394326F9FC04}" type="presParOf" srcId="{8B748D06-F67F-4052-85F5-3AEFA2F5E892}" destId="{114D1133-5B26-47A9-8567-B3B5B9E1CD4A}" srcOrd="6" destOrd="0" presId="urn:microsoft.com/office/officeart/2005/8/layout/vList2"/>
    <dgm:cxn modelId="{3AB93E4D-10EE-4F3B-9C69-164F82801F72}" type="presParOf" srcId="{8B748D06-F67F-4052-85F5-3AEFA2F5E892}" destId="{EA1C3B72-5CE3-44D1-951B-7303C6B01AB9}" srcOrd="7" destOrd="0" presId="urn:microsoft.com/office/officeart/2005/8/layout/vList2"/>
    <dgm:cxn modelId="{61EB550F-FBA4-495D-8206-E543BC8DB24A}" type="presParOf" srcId="{8B748D06-F67F-4052-85F5-3AEFA2F5E892}" destId="{B9D13F1C-89FB-42A8-8A02-1678C80BAAEE}"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B765E2-35A4-4C9F-8123-02F187881FEC}">
      <dsp:nvSpPr>
        <dsp:cNvPr id="0" name=""/>
        <dsp:cNvSpPr/>
      </dsp:nvSpPr>
      <dsp:spPr>
        <a:xfrm>
          <a:off x="0" y="148341"/>
          <a:ext cx="5631566" cy="80325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7072" tIns="208280" rIns="437072"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solidFill>
                <a:schemeClr val="tx1"/>
              </a:solidFill>
              <a:latin typeface="Arial" panose="020B0604020202020204" pitchFamily="34" charset="0"/>
            </a:rPr>
            <a:t>Maintenance delays cause unexpected downtime and hampers productivity</a:t>
          </a:r>
          <a:endParaRPr lang="en-US" sz="1200" kern="1200" dirty="0">
            <a:solidFill>
              <a:schemeClr val="tx1"/>
            </a:solidFill>
            <a:latin typeface="Arial" panose="020B0604020202020204" pitchFamily="34" charset="0"/>
            <a:cs typeface="Arial" panose="020B0604020202020204" pitchFamily="34" charset="0"/>
          </a:endParaRPr>
        </a:p>
        <a:p>
          <a:pPr marL="114300" lvl="1" indent="-114300" algn="l" defTabSz="533400">
            <a:lnSpc>
              <a:spcPct val="90000"/>
            </a:lnSpc>
            <a:spcBef>
              <a:spcPct val="0"/>
            </a:spcBef>
            <a:spcAft>
              <a:spcPct val="15000"/>
            </a:spcAft>
            <a:buChar char="•"/>
          </a:pPr>
          <a:r>
            <a:rPr lang="en-US" sz="1200" kern="1200" dirty="0">
              <a:solidFill>
                <a:schemeClr val="tx1"/>
              </a:solidFill>
              <a:latin typeface="Arial" panose="020B0604020202020204" pitchFamily="34" charset="0"/>
            </a:rPr>
            <a:t>Misaligned maintenance causes over or under-maintenance issues</a:t>
          </a:r>
          <a:endParaRPr lang="en-US" sz="1200" kern="1200" dirty="0">
            <a:solidFill>
              <a:schemeClr val="tx1"/>
            </a:solidFill>
            <a:latin typeface="Arial" panose="020B0604020202020204" pitchFamily="34" charset="0"/>
            <a:cs typeface="Arial" panose="020B0604020202020204" pitchFamily="34" charset="0"/>
          </a:endParaRPr>
        </a:p>
      </dsp:txBody>
      <dsp:txXfrm>
        <a:off x="0" y="148341"/>
        <a:ext cx="5631566" cy="803250"/>
      </dsp:txXfrm>
    </dsp:sp>
    <dsp:sp modelId="{A16681DA-839D-4C92-844E-E4B559CC3672}">
      <dsp:nvSpPr>
        <dsp:cNvPr id="0" name=""/>
        <dsp:cNvSpPr/>
      </dsp:nvSpPr>
      <dsp:spPr>
        <a:xfrm>
          <a:off x="281578" y="11374"/>
          <a:ext cx="3942096" cy="2952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002" tIns="0" rIns="149002" bIns="0" numCol="1" spcCol="1270" anchor="ctr" anchorCtr="0">
          <a:noAutofit/>
        </a:bodyPr>
        <a:lstStyle/>
        <a:p>
          <a:pPr marL="0" lvl="0" indent="0" algn="l" defTabSz="533400">
            <a:lnSpc>
              <a:spcPct val="90000"/>
            </a:lnSpc>
            <a:spcBef>
              <a:spcPct val="0"/>
            </a:spcBef>
            <a:spcAft>
              <a:spcPct val="35000"/>
            </a:spcAft>
            <a:buNone/>
          </a:pPr>
          <a:r>
            <a:rPr lang="en-US" sz="1200" b="1" kern="1200" cap="none" spc="0" dirty="0">
              <a:solidFill>
                <a:schemeClr val="bg1"/>
              </a:solidFill>
              <a:effectLst/>
            </a:rPr>
            <a:t>Reactive nature  &amp; Lack of proactive maintenance</a:t>
          </a:r>
          <a:endParaRPr lang="en-US" sz="1200" kern="1200" dirty="0">
            <a:latin typeface="Arial" panose="020B0604020202020204" pitchFamily="34" charset="0"/>
            <a:cs typeface="Arial" panose="020B0604020202020204" pitchFamily="34" charset="0"/>
          </a:endParaRPr>
        </a:p>
      </dsp:txBody>
      <dsp:txXfrm>
        <a:off x="295988" y="25784"/>
        <a:ext cx="3913276" cy="266380"/>
      </dsp:txXfrm>
    </dsp:sp>
    <dsp:sp modelId="{F96BF644-3926-4C25-BF5B-122562DC26EA}">
      <dsp:nvSpPr>
        <dsp:cNvPr id="0" name=""/>
        <dsp:cNvSpPr/>
      </dsp:nvSpPr>
      <dsp:spPr>
        <a:xfrm>
          <a:off x="0" y="1163824"/>
          <a:ext cx="5631566" cy="803250"/>
        </a:xfrm>
        <a:prstGeom prst="rect">
          <a:avLst/>
        </a:prstGeom>
        <a:solidFill>
          <a:schemeClr val="lt1">
            <a:alpha val="90000"/>
            <a:hueOff val="0"/>
            <a:satOff val="0"/>
            <a:lumOff val="0"/>
            <a:alphaOff val="0"/>
          </a:schemeClr>
        </a:solidFill>
        <a:ln w="12700" cap="flat" cmpd="sng" algn="ctr">
          <a:solidFill>
            <a:schemeClr val="accent5">
              <a:hueOff val="1675081"/>
              <a:satOff val="179"/>
              <a:lumOff val="-34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7072" tIns="208280" rIns="437072"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chemeClr val="tx1"/>
              </a:solidFill>
              <a:latin typeface="Arial" panose="020B0604020202020204" pitchFamily="34" charset="0"/>
            </a:rPr>
            <a:t>Reactive maintenance raises costs due to emergency repairs and overtime</a:t>
          </a:r>
          <a:endParaRPr lang="en-US" sz="1200" kern="1200" dirty="0">
            <a:solidFill>
              <a:schemeClr val="tx1"/>
            </a:solidFill>
            <a:latin typeface="Arial" panose="020B0604020202020204" pitchFamily="34" charset="0"/>
            <a:cs typeface="Arial" panose="020B0604020202020204" pitchFamily="34" charset="0"/>
          </a:endParaRPr>
        </a:p>
        <a:p>
          <a:pPr marL="114300" lvl="1" indent="-114300" algn="l" defTabSz="533400">
            <a:lnSpc>
              <a:spcPct val="90000"/>
            </a:lnSpc>
            <a:spcBef>
              <a:spcPct val="0"/>
            </a:spcBef>
            <a:spcAft>
              <a:spcPct val="15000"/>
            </a:spcAft>
            <a:buChar char="•"/>
          </a:pPr>
          <a:endParaRPr lang="en-US" sz="1200" kern="1200" dirty="0">
            <a:solidFill>
              <a:schemeClr val="tx1"/>
            </a:solidFill>
            <a:latin typeface="Arial" panose="020B0604020202020204" pitchFamily="34" charset="0"/>
            <a:cs typeface="Arial" panose="020B0604020202020204" pitchFamily="34" charset="0"/>
          </a:endParaRPr>
        </a:p>
      </dsp:txBody>
      <dsp:txXfrm>
        <a:off x="0" y="1163824"/>
        <a:ext cx="5631566" cy="803250"/>
      </dsp:txXfrm>
    </dsp:sp>
    <dsp:sp modelId="{E9C0A8C9-A808-417D-B83A-7F5AEF45B8B7}">
      <dsp:nvSpPr>
        <dsp:cNvPr id="0" name=""/>
        <dsp:cNvSpPr/>
      </dsp:nvSpPr>
      <dsp:spPr>
        <a:xfrm>
          <a:off x="281578" y="1016224"/>
          <a:ext cx="3942096" cy="295200"/>
        </a:xfrm>
        <a:prstGeom prst="roundRect">
          <a:avLst/>
        </a:prstGeom>
        <a:solidFill>
          <a:schemeClr val="accent3">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002" tIns="0" rIns="149002" bIns="0" numCol="1" spcCol="1270" anchor="ctr" anchorCtr="0">
          <a:noAutofit/>
        </a:bodyPr>
        <a:lstStyle/>
        <a:p>
          <a:pPr marL="0" lvl="0" indent="0" algn="l" defTabSz="533400">
            <a:lnSpc>
              <a:spcPct val="90000"/>
            </a:lnSpc>
            <a:spcBef>
              <a:spcPct val="0"/>
            </a:spcBef>
            <a:spcAft>
              <a:spcPct val="35000"/>
            </a:spcAft>
            <a:buNone/>
          </a:pPr>
          <a:r>
            <a:rPr lang="en-US" sz="1200" b="1" kern="1200" cap="none" spc="0" dirty="0">
              <a:solidFill>
                <a:schemeClr val="bg1"/>
              </a:solidFill>
              <a:effectLst/>
            </a:rPr>
            <a:t>High maintenance costs </a:t>
          </a:r>
          <a:endParaRPr lang="en-US" sz="1200" kern="1200" dirty="0">
            <a:solidFill>
              <a:schemeClr val="bg1"/>
            </a:solidFill>
            <a:latin typeface="Arial" panose="020B0604020202020204" pitchFamily="34" charset="0"/>
            <a:cs typeface="Arial" panose="020B0604020202020204" pitchFamily="34" charset="0"/>
          </a:endParaRPr>
        </a:p>
      </dsp:txBody>
      <dsp:txXfrm>
        <a:off x="295988" y="1030634"/>
        <a:ext cx="3913276" cy="266380"/>
      </dsp:txXfrm>
    </dsp:sp>
    <dsp:sp modelId="{62AEDB4C-9D8D-40E4-BD7C-9F1622A78306}">
      <dsp:nvSpPr>
        <dsp:cNvPr id="0" name=""/>
        <dsp:cNvSpPr/>
      </dsp:nvSpPr>
      <dsp:spPr>
        <a:xfrm>
          <a:off x="0" y="2168675"/>
          <a:ext cx="5631566" cy="614250"/>
        </a:xfrm>
        <a:prstGeom prst="rect">
          <a:avLst/>
        </a:prstGeom>
        <a:solidFill>
          <a:schemeClr val="lt1">
            <a:alpha val="90000"/>
            <a:hueOff val="0"/>
            <a:satOff val="0"/>
            <a:lumOff val="0"/>
            <a:alphaOff val="0"/>
          </a:schemeClr>
        </a:solidFill>
        <a:ln w="12700" cap="flat" cmpd="sng" algn="ctr">
          <a:solidFill>
            <a:schemeClr val="accent5">
              <a:hueOff val="3350161"/>
              <a:satOff val="359"/>
              <a:lumOff val="-690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7072" tIns="208280" rIns="437072"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solidFill>
                <a:schemeClr val="tx1"/>
              </a:solidFill>
              <a:latin typeface="Arial" panose="020B0604020202020204" pitchFamily="34" charset="0"/>
            </a:rPr>
            <a:t>Longer downtime disrupts schedules and reduces operational efficiency</a:t>
          </a:r>
          <a:r>
            <a:rPr lang="en-US" sz="1200" kern="1200" dirty="0">
              <a:solidFill>
                <a:schemeClr val="tx1"/>
              </a:solidFill>
              <a:latin typeface="Arial" panose="020B0604020202020204" pitchFamily="34" charset="0"/>
              <a:cs typeface="Arial" panose="020B0604020202020204" pitchFamily="34" charset="0"/>
            </a:rPr>
            <a:t>.</a:t>
          </a:r>
        </a:p>
      </dsp:txBody>
      <dsp:txXfrm>
        <a:off x="0" y="2168675"/>
        <a:ext cx="5631566" cy="614250"/>
      </dsp:txXfrm>
    </dsp:sp>
    <dsp:sp modelId="{CC674E30-0A06-432F-B87A-92A73A9C4D67}">
      <dsp:nvSpPr>
        <dsp:cNvPr id="0" name=""/>
        <dsp:cNvSpPr/>
      </dsp:nvSpPr>
      <dsp:spPr>
        <a:xfrm>
          <a:off x="281578" y="2021075"/>
          <a:ext cx="3942096" cy="295200"/>
        </a:xfrm>
        <a:prstGeom prst="roundRect">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002" tIns="0" rIns="149002" bIns="0" numCol="1" spcCol="1270" anchor="ctr" anchorCtr="0">
          <a:noAutofit/>
        </a:bodyPr>
        <a:lstStyle/>
        <a:p>
          <a:pPr marL="0" lvl="0" indent="0" algn="l" defTabSz="533400">
            <a:lnSpc>
              <a:spcPct val="90000"/>
            </a:lnSpc>
            <a:spcBef>
              <a:spcPct val="0"/>
            </a:spcBef>
            <a:spcAft>
              <a:spcPct val="35000"/>
            </a:spcAft>
            <a:buNone/>
          </a:pPr>
          <a:r>
            <a:rPr lang="en-US" sz="1200" b="1" kern="1200" cap="none" spc="0" dirty="0">
              <a:solidFill>
                <a:schemeClr val="bg1"/>
              </a:solidFill>
              <a:effectLst/>
            </a:rPr>
            <a:t>Downtime impact:</a:t>
          </a:r>
          <a:endParaRPr lang="en-US" sz="1200" kern="1200" dirty="0">
            <a:latin typeface="Arial" panose="020B0604020202020204" pitchFamily="34" charset="0"/>
            <a:cs typeface="Arial" panose="020B0604020202020204" pitchFamily="34" charset="0"/>
          </a:endParaRPr>
        </a:p>
      </dsp:txBody>
      <dsp:txXfrm>
        <a:off x="295988" y="2035485"/>
        <a:ext cx="3913276" cy="266380"/>
      </dsp:txXfrm>
    </dsp:sp>
    <dsp:sp modelId="{3F02F7CB-8F9A-490D-A9B3-8C794BCC5BE1}">
      <dsp:nvSpPr>
        <dsp:cNvPr id="0" name=""/>
        <dsp:cNvSpPr/>
      </dsp:nvSpPr>
      <dsp:spPr>
        <a:xfrm>
          <a:off x="0" y="2984525"/>
          <a:ext cx="5631566" cy="614250"/>
        </a:xfrm>
        <a:prstGeom prst="rect">
          <a:avLst/>
        </a:prstGeom>
        <a:solidFill>
          <a:schemeClr val="lt1">
            <a:alpha val="90000"/>
            <a:hueOff val="0"/>
            <a:satOff val="0"/>
            <a:lumOff val="0"/>
            <a:alphaOff val="0"/>
          </a:schemeClr>
        </a:solidFill>
        <a:ln w="12700" cap="flat" cmpd="sng" algn="ctr">
          <a:solidFill>
            <a:schemeClr val="accent5">
              <a:hueOff val="5025242"/>
              <a:satOff val="538"/>
              <a:lumOff val="-103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7072" tIns="208280" rIns="437072"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chemeClr val="tx1"/>
              </a:solidFill>
              <a:latin typeface="Arial" panose="020B0604020202020204" pitchFamily="34" charset="0"/>
            </a:rPr>
            <a:t>Delayed maintenance increases safety hazards and environmental risks</a:t>
          </a:r>
          <a:endParaRPr lang="en-US" sz="1200" kern="1200" dirty="0">
            <a:solidFill>
              <a:schemeClr val="tx1"/>
            </a:solidFill>
            <a:latin typeface="Arial" panose="020B0604020202020204" pitchFamily="34" charset="0"/>
            <a:cs typeface="Arial" panose="020B0604020202020204" pitchFamily="34" charset="0"/>
          </a:endParaRPr>
        </a:p>
      </dsp:txBody>
      <dsp:txXfrm>
        <a:off x="0" y="2984525"/>
        <a:ext cx="5631566" cy="614250"/>
      </dsp:txXfrm>
    </dsp:sp>
    <dsp:sp modelId="{698F5819-B33C-4712-A31D-ABC3FBA8BE78}">
      <dsp:nvSpPr>
        <dsp:cNvPr id="0" name=""/>
        <dsp:cNvSpPr/>
      </dsp:nvSpPr>
      <dsp:spPr>
        <a:xfrm>
          <a:off x="281578" y="2836925"/>
          <a:ext cx="3942096" cy="295200"/>
        </a:xfrm>
        <a:prstGeom prst="roundRect">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002" tIns="0" rIns="149002" bIns="0" numCol="1" spcCol="1270" anchor="ctr" anchorCtr="0">
          <a:noAutofit/>
        </a:bodyPr>
        <a:lstStyle/>
        <a:p>
          <a:pPr marL="0" lvl="0" indent="0" algn="l" defTabSz="533400">
            <a:lnSpc>
              <a:spcPct val="90000"/>
            </a:lnSpc>
            <a:spcBef>
              <a:spcPct val="0"/>
            </a:spcBef>
            <a:spcAft>
              <a:spcPct val="35000"/>
            </a:spcAft>
            <a:buNone/>
          </a:pPr>
          <a:r>
            <a:rPr lang="en-US" sz="1200" b="1" kern="1200" cap="none" spc="0" dirty="0">
              <a:solidFill>
                <a:schemeClr val="bg1"/>
              </a:solidFill>
              <a:effectLst/>
            </a:rPr>
            <a:t>Safety risks</a:t>
          </a:r>
          <a:endParaRPr lang="en-US" sz="1200" kern="1200" dirty="0">
            <a:latin typeface="Arial" panose="020B0604020202020204" pitchFamily="34" charset="0"/>
            <a:cs typeface="Arial" panose="020B0604020202020204" pitchFamily="34" charset="0"/>
          </a:endParaRPr>
        </a:p>
      </dsp:txBody>
      <dsp:txXfrm>
        <a:off x="295988" y="2851335"/>
        <a:ext cx="3913276" cy="266380"/>
      </dsp:txXfrm>
    </dsp:sp>
    <dsp:sp modelId="{AFF0C8F9-FF50-493C-992D-5BB927678D5E}">
      <dsp:nvSpPr>
        <dsp:cNvPr id="0" name=""/>
        <dsp:cNvSpPr/>
      </dsp:nvSpPr>
      <dsp:spPr>
        <a:xfrm>
          <a:off x="0" y="3800375"/>
          <a:ext cx="5631566" cy="614250"/>
        </a:xfrm>
        <a:prstGeom prst="rect">
          <a:avLst/>
        </a:prstGeom>
        <a:solidFill>
          <a:schemeClr val="lt1">
            <a:alpha val="90000"/>
            <a:hueOff val="0"/>
            <a:satOff val="0"/>
            <a:lumOff val="0"/>
            <a:alphaOff val="0"/>
          </a:schemeClr>
        </a:solidFill>
        <a:ln w="12700" cap="flat" cmpd="sng" algn="ctr">
          <a:solidFill>
            <a:schemeClr val="accent5">
              <a:hueOff val="6700322"/>
              <a:satOff val="718"/>
              <a:lumOff val="-138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7072" tIns="208280" rIns="437072"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chemeClr val="tx1"/>
              </a:solidFill>
              <a:latin typeface="Arial" panose="020B0604020202020204" pitchFamily="34" charset="0"/>
            </a:rPr>
            <a:t>Insufficient operational alignments &amp; documentation challenges leads to violation of  safety and environmental regulations.</a:t>
          </a:r>
          <a:endParaRPr lang="en-US" sz="1200" kern="1200" dirty="0">
            <a:latin typeface="Arial" panose="020B0604020202020204" pitchFamily="34" charset="0"/>
            <a:cs typeface="Arial" panose="020B0604020202020204" pitchFamily="34" charset="0"/>
          </a:endParaRPr>
        </a:p>
      </dsp:txBody>
      <dsp:txXfrm>
        <a:off x="0" y="3800375"/>
        <a:ext cx="5631566" cy="614250"/>
      </dsp:txXfrm>
    </dsp:sp>
    <dsp:sp modelId="{0C142B36-56FC-4BC8-9F26-10380CFD80F5}">
      <dsp:nvSpPr>
        <dsp:cNvPr id="0" name=""/>
        <dsp:cNvSpPr/>
      </dsp:nvSpPr>
      <dsp:spPr>
        <a:xfrm>
          <a:off x="281578" y="3652775"/>
          <a:ext cx="3942096" cy="295200"/>
        </a:xfrm>
        <a:prstGeom prst="round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002" tIns="0" rIns="149002" bIns="0" numCol="1" spcCol="1270" anchor="ctr" anchorCtr="0">
          <a:noAutofit/>
        </a:bodyPr>
        <a:lstStyle/>
        <a:p>
          <a:pPr marL="0" lvl="0" indent="0" algn="l" defTabSz="533400">
            <a:lnSpc>
              <a:spcPct val="90000"/>
            </a:lnSpc>
            <a:spcBef>
              <a:spcPct val="0"/>
            </a:spcBef>
            <a:spcAft>
              <a:spcPct val="35000"/>
            </a:spcAft>
            <a:buNone/>
          </a:pPr>
          <a:r>
            <a:rPr lang="en-US" sz="1200" b="1" kern="1200" cap="none" spc="0" dirty="0">
              <a:solidFill>
                <a:schemeClr val="bg1"/>
              </a:solidFill>
              <a:effectLst/>
            </a:rPr>
            <a:t>Regulatory compliance:</a:t>
          </a:r>
          <a:endParaRPr lang="en-US" sz="1200" kern="1200" dirty="0">
            <a:solidFill>
              <a:schemeClr val="bg1"/>
            </a:solidFill>
            <a:latin typeface="Arial" panose="020B0604020202020204" pitchFamily="34" charset="0"/>
            <a:cs typeface="Arial" panose="020B0604020202020204" pitchFamily="34" charset="0"/>
          </a:endParaRPr>
        </a:p>
      </dsp:txBody>
      <dsp:txXfrm>
        <a:off x="295988" y="3667185"/>
        <a:ext cx="3913276" cy="266380"/>
      </dsp:txXfrm>
    </dsp:sp>
    <dsp:sp modelId="{34F7F51E-2ABA-4554-8FC3-C41F808F7E3A}">
      <dsp:nvSpPr>
        <dsp:cNvPr id="0" name=""/>
        <dsp:cNvSpPr/>
      </dsp:nvSpPr>
      <dsp:spPr>
        <a:xfrm>
          <a:off x="0" y="4616225"/>
          <a:ext cx="5631566" cy="614250"/>
        </a:xfrm>
        <a:prstGeom prst="rect">
          <a:avLst/>
        </a:prstGeom>
        <a:solidFill>
          <a:schemeClr val="lt1">
            <a:alpha val="90000"/>
            <a:hueOff val="0"/>
            <a:satOff val="0"/>
            <a:lumOff val="0"/>
            <a:alphaOff val="0"/>
          </a:schemeClr>
        </a:solidFill>
        <a:ln w="12700" cap="flat" cmpd="sng" algn="ctr">
          <a:solidFill>
            <a:schemeClr val="accent5">
              <a:hueOff val="8375403"/>
              <a:satOff val="897"/>
              <a:lumOff val="-172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7072" tIns="208280" rIns="437072"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chemeClr val="tx1"/>
              </a:solidFill>
              <a:latin typeface="Arial" panose="020B0604020202020204" pitchFamily="34" charset="0"/>
            </a:rPr>
            <a:t>Competitors with advanced strategies create competitive disadvantages.</a:t>
          </a:r>
          <a:endParaRPr lang="en-US" sz="1200" kern="1200" dirty="0">
            <a:solidFill>
              <a:schemeClr val="tx1"/>
            </a:solidFill>
            <a:latin typeface="Arial" panose="020B0604020202020204" pitchFamily="34" charset="0"/>
            <a:cs typeface="Arial" panose="020B0604020202020204" pitchFamily="34" charset="0"/>
          </a:endParaRPr>
        </a:p>
      </dsp:txBody>
      <dsp:txXfrm>
        <a:off x="0" y="4616225"/>
        <a:ext cx="5631566" cy="614250"/>
      </dsp:txXfrm>
    </dsp:sp>
    <dsp:sp modelId="{A73BAB25-7B36-4C46-AD92-35FAFE76F4BA}">
      <dsp:nvSpPr>
        <dsp:cNvPr id="0" name=""/>
        <dsp:cNvSpPr/>
      </dsp:nvSpPr>
      <dsp:spPr>
        <a:xfrm>
          <a:off x="281578" y="4468625"/>
          <a:ext cx="3942096" cy="295200"/>
        </a:xfrm>
        <a:prstGeom prst="roundRect">
          <a:avLst/>
        </a:prstGeom>
        <a:solidFill>
          <a:schemeClr val="accent5">
            <a:hueOff val="8375403"/>
            <a:satOff val="897"/>
            <a:lumOff val="-1725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002" tIns="0" rIns="149002" bIns="0" numCol="1" spcCol="1270" anchor="ctr" anchorCtr="0">
          <a:noAutofit/>
        </a:bodyPr>
        <a:lstStyle/>
        <a:p>
          <a:pPr marL="0" lvl="0" indent="0" algn="l" defTabSz="533400">
            <a:lnSpc>
              <a:spcPct val="90000"/>
            </a:lnSpc>
            <a:spcBef>
              <a:spcPct val="0"/>
            </a:spcBef>
            <a:spcAft>
              <a:spcPct val="35000"/>
            </a:spcAft>
            <a:buNone/>
          </a:pPr>
          <a:r>
            <a:rPr lang="en-US" sz="1200" b="1" kern="1200" cap="none" spc="0" dirty="0">
              <a:solidFill>
                <a:schemeClr val="bg1"/>
              </a:solidFill>
              <a:effectLst/>
            </a:rPr>
            <a:t>Competitive disadvantage</a:t>
          </a:r>
          <a:endParaRPr lang="en-US" sz="1200" kern="1200" dirty="0">
            <a:latin typeface="Arial" panose="020B0604020202020204" pitchFamily="34" charset="0"/>
            <a:cs typeface="Arial" panose="020B0604020202020204" pitchFamily="34" charset="0"/>
          </a:endParaRPr>
        </a:p>
      </dsp:txBody>
      <dsp:txXfrm>
        <a:off x="295988" y="4483035"/>
        <a:ext cx="3913276" cy="2663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2372F9-E1AF-4A30-A27D-A3EC4D592D4D}">
      <dsp:nvSpPr>
        <dsp:cNvPr id="0" name=""/>
        <dsp:cNvSpPr/>
      </dsp:nvSpPr>
      <dsp:spPr>
        <a:xfrm>
          <a:off x="0" y="0"/>
          <a:ext cx="1272609" cy="127260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r="33249"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453063D1-22DF-4C1E-937B-EF57F3A98681}">
      <dsp:nvSpPr>
        <dsp:cNvPr id="0" name=""/>
        <dsp:cNvSpPr/>
      </dsp:nvSpPr>
      <dsp:spPr>
        <a:xfrm>
          <a:off x="1452609" y="0"/>
          <a:ext cx="4715295" cy="30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90000"/>
            </a:lnSpc>
            <a:spcBef>
              <a:spcPct val="0"/>
            </a:spcBef>
            <a:spcAft>
              <a:spcPct val="35000"/>
            </a:spcAft>
            <a:buNone/>
            <a:defRPr b="1"/>
          </a:pPr>
          <a:r>
            <a:rPr lang="en-US" sz="1800" b="1" i="0" kern="1200"/>
            <a:t>Intelligent Monitoring &amp; Decision-Making</a:t>
          </a:r>
          <a:endParaRPr lang="en-US" sz="1800" kern="1200"/>
        </a:p>
      </dsp:txBody>
      <dsp:txXfrm>
        <a:off x="1452609" y="0"/>
        <a:ext cx="4715295" cy="307436"/>
      </dsp:txXfrm>
    </dsp:sp>
    <dsp:sp modelId="{98A7A888-CE01-4AA8-9A2F-EFD7395D0FF5}">
      <dsp:nvSpPr>
        <dsp:cNvPr id="0" name=""/>
        <dsp:cNvSpPr/>
      </dsp:nvSpPr>
      <dsp:spPr>
        <a:xfrm>
          <a:off x="1452609" y="307436"/>
          <a:ext cx="4715295" cy="965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90000"/>
            </a:lnSpc>
            <a:spcBef>
              <a:spcPct val="0"/>
            </a:spcBef>
            <a:spcAft>
              <a:spcPct val="35000"/>
            </a:spcAft>
            <a:buNone/>
          </a:pPr>
          <a:r>
            <a:rPr lang="en-US" sz="1400" b="0" i="0" kern="1200"/>
            <a:t>The AI agent monitors data, detects issues, and autonomously suggests corrective actions for scheduling maintenance</a:t>
          </a:r>
          <a:r>
            <a:rPr lang="en-US" sz="1400" kern="1200"/>
            <a:t>.</a:t>
          </a:r>
        </a:p>
      </dsp:txBody>
      <dsp:txXfrm>
        <a:off x="1452609" y="307436"/>
        <a:ext cx="4715295" cy="965173"/>
      </dsp:txXfrm>
    </dsp:sp>
    <dsp:sp modelId="{46B1D3EC-B9B4-4A8A-B90A-A92CA8A0A302}">
      <dsp:nvSpPr>
        <dsp:cNvPr id="0" name=""/>
        <dsp:cNvSpPr/>
      </dsp:nvSpPr>
      <dsp:spPr>
        <a:xfrm>
          <a:off x="0" y="1374417"/>
          <a:ext cx="1272609" cy="127260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83F7869-96EA-418A-AEEA-3489FB37E333}">
      <dsp:nvSpPr>
        <dsp:cNvPr id="0" name=""/>
        <dsp:cNvSpPr/>
      </dsp:nvSpPr>
      <dsp:spPr>
        <a:xfrm>
          <a:off x="1452609" y="1374417"/>
          <a:ext cx="4715295" cy="566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90000"/>
            </a:lnSpc>
            <a:spcBef>
              <a:spcPct val="0"/>
            </a:spcBef>
            <a:spcAft>
              <a:spcPct val="35000"/>
            </a:spcAft>
            <a:buNone/>
            <a:defRPr b="1"/>
          </a:pPr>
          <a:r>
            <a:rPr lang="en-US" sz="1800" kern="1200"/>
            <a:t>User-Friendly AI tool enabling </a:t>
          </a:r>
          <a:r>
            <a:rPr lang="en-US" sz="1800" b="1" i="0" kern="1200"/>
            <a:t>Conversational Interaction</a:t>
          </a:r>
          <a:endParaRPr lang="en-US" sz="1800" kern="1200"/>
        </a:p>
      </dsp:txBody>
      <dsp:txXfrm>
        <a:off x="1452609" y="1374417"/>
        <a:ext cx="4715295" cy="566975"/>
      </dsp:txXfrm>
    </dsp:sp>
    <dsp:sp modelId="{ADE19A59-106D-4955-8F80-7062489F6FED}">
      <dsp:nvSpPr>
        <dsp:cNvPr id="0" name=""/>
        <dsp:cNvSpPr/>
      </dsp:nvSpPr>
      <dsp:spPr>
        <a:xfrm>
          <a:off x="1452609" y="1941393"/>
          <a:ext cx="4715295" cy="6949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a:t>We aim to create a user-friendly user interface  where </a:t>
          </a:r>
          <a:r>
            <a:rPr lang="en-US" sz="1400" b="0" i="0" kern="1200"/>
            <a:t>Maintenance teams can interact with the agent via chatbot to access real-time insights and request specific actions</a:t>
          </a:r>
          <a:r>
            <a:rPr lang="en-US" sz="1400" kern="1200"/>
            <a:t>.</a:t>
          </a:r>
        </a:p>
      </dsp:txBody>
      <dsp:txXfrm>
        <a:off x="1452609" y="1941393"/>
        <a:ext cx="4715295" cy="694910"/>
      </dsp:txXfrm>
    </dsp:sp>
    <dsp:sp modelId="{C96EF436-21F5-4CBB-A285-D834A338D78C}">
      <dsp:nvSpPr>
        <dsp:cNvPr id="0" name=""/>
        <dsp:cNvSpPr/>
      </dsp:nvSpPr>
      <dsp:spPr>
        <a:xfrm>
          <a:off x="0" y="2748835"/>
          <a:ext cx="1272609" cy="127260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9187" r="14062"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80F1F415-94D8-4DA9-963E-7FF80A222243}">
      <dsp:nvSpPr>
        <dsp:cNvPr id="0" name=""/>
        <dsp:cNvSpPr/>
      </dsp:nvSpPr>
      <dsp:spPr>
        <a:xfrm>
          <a:off x="1452609" y="2748835"/>
          <a:ext cx="4715295" cy="347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90000"/>
            </a:lnSpc>
            <a:spcBef>
              <a:spcPct val="0"/>
            </a:spcBef>
            <a:spcAft>
              <a:spcPct val="35000"/>
            </a:spcAft>
            <a:buNone/>
            <a:defRPr b="1"/>
          </a:pPr>
          <a:r>
            <a:rPr lang="en-US" sz="1800" b="1" i="0" kern="1200"/>
            <a:t>Dynamic Learning &amp; Adaptation</a:t>
          </a:r>
          <a:endParaRPr lang="en-US" sz="1800" kern="1200"/>
        </a:p>
      </dsp:txBody>
      <dsp:txXfrm>
        <a:off x="1452609" y="2748835"/>
        <a:ext cx="4715295" cy="347118"/>
      </dsp:txXfrm>
    </dsp:sp>
    <dsp:sp modelId="{9C7B670D-E0A9-4173-8408-230AB4FD000A}">
      <dsp:nvSpPr>
        <dsp:cNvPr id="0" name=""/>
        <dsp:cNvSpPr/>
      </dsp:nvSpPr>
      <dsp:spPr>
        <a:xfrm>
          <a:off x="1452609" y="3095954"/>
          <a:ext cx="4715295" cy="9254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90000"/>
            </a:lnSpc>
            <a:spcBef>
              <a:spcPct val="0"/>
            </a:spcBef>
            <a:spcAft>
              <a:spcPct val="35000"/>
            </a:spcAft>
            <a:buNone/>
          </a:pPr>
          <a:r>
            <a:rPr lang="en-US" sz="1400" b="0" i="0" kern="1200"/>
            <a:t>The agent learns from new data, past failures, and feedback to refine predictions and decision-making over time. Also, It can adjust thresholds and recommends operating changes to prevent future issues</a:t>
          </a:r>
          <a:endParaRPr lang="en-US" sz="1400" kern="1200"/>
        </a:p>
      </dsp:txBody>
      <dsp:txXfrm>
        <a:off x="1452609" y="3095954"/>
        <a:ext cx="4715295" cy="925491"/>
      </dsp:txXfrm>
    </dsp:sp>
    <dsp:sp modelId="{330AC75F-3950-4B39-B744-51224E07E643}">
      <dsp:nvSpPr>
        <dsp:cNvPr id="0" name=""/>
        <dsp:cNvSpPr/>
      </dsp:nvSpPr>
      <dsp:spPr>
        <a:xfrm>
          <a:off x="0" y="4123253"/>
          <a:ext cx="1272609" cy="1272609"/>
        </a:xfrm>
        <a:prstGeom prst="rect">
          <a:avLst/>
        </a:prstGeom>
        <a:blipFill>
          <a:blip xmlns:r="http://schemas.openxmlformats.org/officeDocument/2006/relationships" r:embed="rId4">
            <a:extLst>
              <a:ext uri="{96DAC541-7B7A-43D3-8B79-37D633B846F1}">
                <asvg:svgBlip xmlns:asvg="http://schemas.microsoft.com/office/drawing/2016/SVG/main" r:embed="rId5"/>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841A8C6D-0FED-4A0A-9EB0-AF7A84541140}">
      <dsp:nvSpPr>
        <dsp:cNvPr id="0" name=""/>
        <dsp:cNvSpPr/>
      </dsp:nvSpPr>
      <dsp:spPr>
        <a:xfrm>
          <a:off x="1452609" y="4123253"/>
          <a:ext cx="4715295" cy="30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90000"/>
            </a:lnSpc>
            <a:spcBef>
              <a:spcPct val="0"/>
            </a:spcBef>
            <a:spcAft>
              <a:spcPct val="35000"/>
            </a:spcAft>
            <a:buNone/>
            <a:defRPr b="1"/>
          </a:pPr>
          <a:r>
            <a:rPr lang="en-US" sz="1800" b="1" i="0" kern="1200" dirty="0"/>
            <a:t>Automated Alerts ,Reporting &amp; Compliance</a:t>
          </a:r>
          <a:endParaRPr lang="en-US" sz="1800" kern="1200" dirty="0"/>
        </a:p>
      </dsp:txBody>
      <dsp:txXfrm>
        <a:off x="1452609" y="4123253"/>
        <a:ext cx="4715295" cy="307436"/>
      </dsp:txXfrm>
    </dsp:sp>
    <dsp:sp modelId="{8C6F5369-CE9E-42E0-9353-4D912B9B5ACD}">
      <dsp:nvSpPr>
        <dsp:cNvPr id="0" name=""/>
        <dsp:cNvSpPr/>
      </dsp:nvSpPr>
      <dsp:spPr>
        <a:xfrm>
          <a:off x="1452609" y="4430690"/>
          <a:ext cx="4715295" cy="965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90000"/>
            </a:lnSpc>
            <a:spcBef>
              <a:spcPct val="0"/>
            </a:spcBef>
            <a:spcAft>
              <a:spcPct val="35000"/>
            </a:spcAft>
            <a:buNone/>
          </a:pPr>
          <a:r>
            <a:rPr lang="en-US" sz="1400" b="0" i="0" kern="1200"/>
            <a:t>Automatically send alerts , recommend actions &amp; stats. Also,  generates reports summarizing maintenance actions &amp; performance metrics.</a:t>
          </a:r>
          <a:endParaRPr lang="en-US" sz="1400" kern="1200"/>
        </a:p>
      </dsp:txBody>
      <dsp:txXfrm>
        <a:off x="1452609" y="4430690"/>
        <a:ext cx="4715295" cy="9651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E98F09-F5FC-4D35-96D5-601F33CF20B7}">
      <dsp:nvSpPr>
        <dsp:cNvPr id="0" name=""/>
        <dsp:cNvSpPr/>
      </dsp:nvSpPr>
      <dsp:spPr>
        <a:xfrm>
          <a:off x="0" y="16001"/>
          <a:ext cx="3090692" cy="58032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Automated Alerts &amp; Notification</a:t>
          </a:r>
        </a:p>
      </dsp:txBody>
      <dsp:txXfrm>
        <a:off x="28329" y="44330"/>
        <a:ext cx="3034034" cy="523662"/>
      </dsp:txXfrm>
    </dsp:sp>
    <dsp:sp modelId="{D0C44A57-F545-4348-B101-83585E7BE8CC}">
      <dsp:nvSpPr>
        <dsp:cNvPr id="0" name=""/>
        <dsp:cNvSpPr/>
      </dsp:nvSpPr>
      <dsp:spPr>
        <a:xfrm>
          <a:off x="0" y="685601"/>
          <a:ext cx="3090692" cy="58032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Integration with Microsoft teams</a:t>
          </a:r>
        </a:p>
      </dsp:txBody>
      <dsp:txXfrm>
        <a:off x="28329" y="713930"/>
        <a:ext cx="3034034" cy="523662"/>
      </dsp:txXfrm>
    </dsp:sp>
    <dsp:sp modelId="{94F565BC-0996-4CF8-BD62-5664736729A1}">
      <dsp:nvSpPr>
        <dsp:cNvPr id="0" name=""/>
        <dsp:cNvSpPr/>
      </dsp:nvSpPr>
      <dsp:spPr>
        <a:xfrm>
          <a:off x="0" y="1355201"/>
          <a:ext cx="3090692" cy="58032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Real-time Reporting &amp; KPI Analysis </a:t>
          </a:r>
        </a:p>
      </dsp:txBody>
      <dsp:txXfrm>
        <a:off x="28329" y="1383530"/>
        <a:ext cx="3034034" cy="523662"/>
      </dsp:txXfrm>
    </dsp:sp>
    <dsp:sp modelId="{92688A5D-8D70-48CC-BCB3-2967D1B2EE28}">
      <dsp:nvSpPr>
        <dsp:cNvPr id="0" name=""/>
        <dsp:cNvSpPr/>
      </dsp:nvSpPr>
      <dsp:spPr>
        <a:xfrm>
          <a:off x="0" y="2024802"/>
          <a:ext cx="3090692" cy="58032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Historical Trends &amp; Forecasting</a:t>
          </a:r>
        </a:p>
      </dsp:txBody>
      <dsp:txXfrm>
        <a:off x="28329" y="2053131"/>
        <a:ext cx="3034034" cy="5236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9D6390-4A3C-40F8-9CF1-360E8A577B94}">
      <dsp:nvSpPr>
        <dsp:cNvPr id="0" name=""/>
        <dsp:cNvSpPr/>
      </dsp:nvSpPr>
      <dsp:spPr>
        <a:xfrm>
          <a:off x="0" y="46211"/>
          <a:ext cx="4849946" cy="56160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baseline="0" dirty="0"/>
            <a:t>Conversational Interface</a:t>
          </a:r>
          <a:r>
            <a:rPr lang="en-US" sz="1400" i="0" kern="1200" baseline="0" dirty="0"/>
            <a:t>: Facilitate operator interaction via text. </a:t>
          </a:r>
          <a:endParaRPr lang="en-US" sz="1400" kern="1200" dirty="0"/>
        </a:p>
      </dsp:txBody>
      <dsp:txXfrm>
        <a:off x="27415" y="73626"/>
        <a:ext cx="4795116" cy="506770"/>
      </dsp:txXfrm>
    </dsp:sp>
    <dsp:sp modelId="{021E945B-31CC-4BD2-B575-8CA120605698}">
      <dsp:nvSpPr>
        <dsp:cNvPr id="0" name=""/>
        <dsp:cNvSpPr/>
      </dsp:nvSpPr>
      <dsp:spPr>
        <a:xfrm>
          <a:off x="0" y="694211"/>
          <a:ext cx="4849946" cy="56160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baseline="0" dirty="0"/>
            <a:t>Anomaly Detection</a:t>
          </a:r>
          <a:r>
            <a:rPr lang="en-US" sz="1400" i="0" kern="1200" baseline="0" dirty="0"/>
            <a:t>: Spot unusual patterns in real-time data. </a:t>
          </a:r>
          <a:endParaRPr lang="en-US" sz="1400" kern="1200" dirty="0"/>
        </a:p>
      </dsp:txBody>
      <dsp:txXfrm>
        <a:off x="27415" y="721626"/>
        <a:ext cx="4795116" cy="506770"/>
      </dsp:txXfrm>
    </dsp:sp>
    <dsp:sp modelId="{4C0957B2-2652-44AF-8E62-D8E0E885DF10}">
      <dsp:nvSpPr>
        <dsp:cNvPr id="0" name=""/>
        <dsp:cNvSpPr/>
      </dsp:nvSpPr>
      <dsp:spPr>
        <a:xfrm>
          <a:off x="0" y="1342211"/>
          <a:ext cx="4849946" cy="56160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baseline="0" dirty="0"/>
            <a:t>Recommendation Engine</a:t>
          </a:r>
          <a:r>
            <a:rPr lang="en-US" sz="1400" i="0" kern="1200" baseline="0" dirty="0"/>
            <a:t>: Recommend best maintenance schedules and adjustments. </a:t>
          </a:r>
          <a:endParaRPr lang="en-US" sz="1400" kern="1200" dirty="0"/>
        </a:p>
      </dsp:txBody>
      <dsp:txXfrm>
        <a:off x="27415" y="1369626"/>
        <a:ext cx="4795116" cy="506770"/>
      </dsp:txXfrm>
    </dsp:sp>
    <dsp:sp modelId="{114D1133-5B26-47A9-8567-B3B5B9E1CD4A}">
      <dsp:nvSpPr>
        <dsp:cNvPr id="0" name=""/>
        <dsp:cNvSpPr/>
      </dsp:nvSpPr>
      <dsp:spPr>
        <a:xfrm>
          <a:off x="0" y="1991580"/>
          <a:ext cx="4849946" cy="56160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baseline="0" dirty="0"/>
            <a:t>Workflow Automation</a:t>
          </a:r>
          <a:r>
            <a:rPr lang="en-US" sz="1400" i="0" kern="1200" baseline="0" dirty="0"/>
            <a:t>: Automate alerts for necessary follow-up actions.</a:t>
          </a:r>
          <a:endParaRPr lang="en-US" sz="1400" kern="1200" dirty="0"/>
        </a:p>
      </dsp:txBody>
      <dsp:txXfrm>
        <a:off x="27415" y="2018995"/>
        <a:ext cx="4795116" cy="506770"/>
      </dsp:txXfrm>
    </dsp:sp>
    <dsp:sp modelId="{B9D13F1C-89FB-42A8-8A02-1678C80BAAEE}">
      <dsp:nvSpPr>
        <dsp:cNvPr id="0" name=""/>
        <dsp:cNvSpPr/>
      </dsp:nvSpPr>
      <dsp:spPr>
        <a:xfrm>
          <a:off x="0" y="2638211"/>
          <a:ext cx="4849946" cy="56160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baseline="0" dirty="0"/>
            <a:t>Continuous Learning</a:t>
          </a:r>
          <a:r>
            <a:rPr lang="en-US" sz="1400" i="0" kern="1200" baseline="0" dirty="0"/>
            <a:t>: Update prediction models with new insights. </a:t>
          </a:r>
          <a:endParaRPr lang="en-US" sz="1400" kern="1200" dirty="0"/>
        </a:p>
      </dsp:txBody>
      <dsp:txXfrm>
        <a:off x="27415" y="2665626"/>
        <a:ext cx="4795116" cy="506770"/>
      </dsp:txXfrm>
    </dsp:sp>
    <dsp:sp modelId="{4530278E-B6A4-4384-A2FE-FA3E80B12D98}">
      <dsp:nvSpPr>
        <dsp:cNvPr id="0" name=""/>
        <dsp:cNvSpPr/>
      </dsp:nvSpPr>
      <dsp:spPr>
        <a:xfrm>
          <a:off x="0" y="3281622"/>
          <a:ext cx="4849946" cy="56160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baseline="0" dirty="0"/>
            <a:t>Risk Assessment</a:t>
          </a:r>
          <a:r>
            <a:rPr lang="en-US" sz="1400" i="0" kern="1200" baseline="0" dirty="0"/>
            <a:t>: Provide risk evaluations &amp; </a:t>
          </a:r>
          <a:r>
            <a:rPr lang="en-US" sz="1400" b="0" i="0" kern="1200" dirty="0"/>
            <a:t>mitigation suggestions</a:t>
          </a:r>
          <a:endParaRPr lang="en-US" sz="1400" kern="1200" dirty="0"/>
        </a:p>
      </dsp:txBody>
      <dsp:txXfrm>
        <a:off x="27415" y="3309037"/>
        <a:ext cx="4795116" cy="50677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34120E-8707-4781-86C7-FE9B6C45FA8B}">
      <dsp:nvSpPr>
        <dsp:cNvPr id="0" name=""/>
        <dsp:cNvSpPr/>
      </dsp:nvSpPr>
      <dsp:spPr>
        <a:xfrm>
          <a:off x="0" y="1656"/>
          <a:ext cx="3004536" cy="673920"/>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i="0" kern="1200" baseline="0" dirty="0"/>
            <a:t>Objective</a:t>
          </a:r>
          <a:r>
            <a:rPr lang="en-US" sz="1100" b="0" i="0" kern="1200" baseline="0" dirty="0"/>
            <a:t>: Implement ML to predict sensor failures and detect anomalies in sensor data.</a:t>
          </a:r>
          <a:endParaRPr lang="en-US" sz="1100" kern="1200" dirty="0"/>
        </a:p>
      </dsp:txBody>
      <dsp:txXfrm>
        <a:off x="32898" y="34554"/>
        <a:ext cx="2938740" cy="608124"/>
      </dsp:txXfrm>
    </dsp:sp>
    <dsp:sp modelId="{7BDA28C3-E57D-4273-810E-1E98752E2BC3}">
      <dsp:nvSpPr>
        <dsp:cNvPr id="0" name=""/>
        <dsp:cNvSpPr/>
      </dsp:nvSpPr>
      <dsp:spPr>
        <a:xfrm>
          <a:off x="0" y="779256"/>
          <a:ext cx="3004536" cy="67392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i="0" kern="1200" baseline="0" dirty="0"/>
            <a:t>Data Collection &amp; Preprocessing</a:t>
          </a:r>
          <a:r>
            <a:rPr lang="en-US" sz="1100" b="0" i="0" kern="1200" baseline="0" dirty="0"/>
            <a:t>: Source data from DynamoDB, clean, normalize, and label it.</a:t>
          </a:r>
          <a:endParaRPr lang="en-US" sz="1100" kern="1200" dirty="0"/>
        </a:p>
      </dsp:txBody>
      <dsp:txXfrm>
        <a:off x="32898" y="812154"/>
        <a:ext cx="2938740" cy="608124"/>
      </dsp:txXfrm>
    </dsp:sp>
    <dsp:sp modelId="{98417544-1F5E-43CA-B78D-26E82BB5D8ED}">
      <dsp:nvSpPr>
        <dsp:cNvPr id="0" name=""/>
        <dsp:cNvSpPr/>
      </dsp:nvSpPr>
      <dsp:spPr>
        <a:xfrm>
          <a:off x="0" y="1556856"/>
          <a:ext cx="3004536" cy="673920"/>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i="0" kern="1200" baseline="0" dirty="0"/>
            <a:t>Model Training &amp; Evaluation</a:t>
          </a:r>
          <a:r>
            <a:rPr lang="en-US" sz="1100" b="0" i="0" kern="1200" baseline="0" dirty="0"/>
            <a:t>: Trained the XGBoost &amp; other advance methods with cross-validation, achieving high accuracy and recall.</a:t>
          </a:r>
          <a:endParaRPr lang="en-US" sz="1100" kern="1200" dirty="0"/>
        </a:p>
      </dsp:txBody>
      <dsp:txXfrm>
        <a:off x="32898" y="1589754"/>
        <a:ext cx="2938740" cy="608124"/>
      </dsp:txXfrm>
    </dsp:sp>
    <dsp:sp modelId="{384563E3-F1E6-45CA-8D7B-09E518209897}">
      <dsp:nvSpPr>
        <dsp:cNvPr id="0" name=""/>
        <dsp:cNvSpPr/>
      </dsp:nvSpPr>
      <dsp:spPr>
        <a:xfrm>
          <a:off x="0" y="2334456"/>
          <a:ext cx="3004536" cy="673920"/>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i="0" kern="1200" baseline="0" dirty="0"/>
            <a:t>Deployment &amp; Integration</a:t>
          </a:r>
          <a:r>
            <a:rPr lang="en-US" sz="1100" b="0" i="0" kern="1200" baseline="0" dirty="0"/>
            <a:t>: Conduct real-time analysis using AWS Lambda, integrating with DynamoDB and Bedrock.</a:t>
          </a:r>
          <a:endParaRPr lang="en-US" sz="1100" kern="1200" dirty="0"/>
        </a:p>
      </dsp:txBody>
      <dsp:txXfrm>
        <a:off x="32898" y="2367354"/>
        <a:ext cx="2938740" cy="608124"/>
      </dsp:txXfrm>
    </dsp:sp>
    <dsp:sp modelId="{0C4B9C57-775C-4A61-B6E0-A4513AE6E1AD}">
      <dsp:nvSpPr>
        <dsp:cNvPr id="0" name=""/>
        <dsp:cNvSpPr/>
      </dsp:nvSpPr>
      <dsp:spPr>
        <a:xfrm>
          <a:off x="0" y="3041717"/>
          <a:ext cx="3004536" cy="673920"/>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i="0" kern="1200" baseline="0" dirty="0"/>
            <a:t>Future Enhancements</a:t>
          </a:r>
          <a:r>
            <a:rPr lang="en-US" sz="1100" b="0" i="0" kern="1200" baseline="0" dirty="0"/>
            <a:t>: Improve predictions with other suitable &amp; advancement and automate maintenance actions.</a:t>
          </a:r>
          <a:endParaRPr lang="en-US" sz="1100" kern="1200" dirty="0"/>
        </a:p>
      </dsp:txBody>
      <dsp:txXfrm>
        <a:off x="32898" y="3074615"/>
        <a:ext cx="2938740" cy="6081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9D6390-4A3C-40F8-9CF1-360E8A577B94}">
      <dsp:nvSpPr>
        <dsp:cNvPr id="0" name=""/>
        <dsp:cNvSpPr/>
      </dsp:nvSpPr>
      <dsp:spPr>
        <a:xfrm>
          <a:off x="0" y="2291"/>
          <a:ext cx="10635731" cy="69264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baseline="0" dirty="0"/>
            <a:t>Use Human-in-Loop strategy &amp; re-enforcement learning to finetune AI Agent from Predictive suggestion to action</a:t>
          </a:r>
          <a:endParaRPr lang="en-US" sz="1400" b="0" kern="1200" dirty="0"/>
        </a:p>
      </dsp:txBody>
      <dsp:txXfrm>
        <a:off x="33812" y="36103"/>
        <a:ext cx="10568107" cy="625016"/>
      </dsp:txXfrm>
    </dsp:sp>
    <dsp:sp modelId="{021E945B-31CC-4BD2-B575-8CA120605698}">
      <dsp:nvSpPr>
        <dsp:cNvPr id="0" name=""/>
        <dsp:cNvSpPr/>
      </dsp:nvSpPr>
      <dsp:spPr>
        <a:xfrm>
          <a:off x="0" y="801491"/>
          <a:ext cx="10635731" cy="69264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Enhance Integration scope with enterprise applications</a:t>
          </a:r>
        </a:p>
      </dsp:txBody>
      <dsp:txXfrm>
        <a:off x="33812" y="835303"/>
        <a:ext cx="10568107" cy="625016"/>
      </dsp:txXfrm>
    </dsp:sp>
    <dsp:sp modelId="{4C0957B2-2652-44AF-8E62-D8E0E885DF10}">
      <dsp:nvSpPr>
        <dsp:cNvPr id="0" name=""/>
        <dsp:cNvSpPr/>
      </dsp:nvSpPr>
      <dsp:spPr>
        <a:xfrm>
          <a:off x="0" y="1600691"/>
          <a:ext cx="10635731" cy="69264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baseline="0" dirty="0"/>
            <a:t>Explore advance features of AWS bedrock AI services like images</a:t>
          </a:r>
          <a:endParaRPr lang="en-US" sz="1400" b="0" kern="1200" dirty="0"/>
        </a:p>
      </dsp:txBody>
      <dsp:txXfrm>
        <a:off x="33812" y="1634503"/>
        <a:ext cx="10568107" cy="625016"/>
      </dsp:txXfrm>
    </dsp:sp>
    <dsp:sp modelId="{114D1133-5B26-47A9-8567-B3B5B9E1CD4A}">
      <dsp:nvSpPr>
        <dsp:cNvPr id="0" name=""/>
        <dsp:cNvSpPr/>
      </dsp:nvSpPr>
      <dsp:spPr>
        <a:xfrm>
          <a:off x="0" y="2401580"/>
          <a:ext cx="10635731" cy="69264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Engage &amp; collaborate with interested businesses for tailored MVPs and implementation in real case</a:t>
          </a:r>
        </a:p>
      </dsp:txBody>
      <dsp:txXfrm>
        <a:off x="33812" y="2435392"/>
        <a:ext cx="10568107" cy="625016"/>
      </dsp:txXfrm>
    </dsp:sp>
    <dsp:sp modelId="{B9D13F1C-89FB-42A8-8A02-1678C80BAAEE}">
      <dsp:nvSpPr>
        <dsp:cNvPr id="0" name=""/>
        <dsp:cNvSpPr/>
      </dsp:nvSpPr>
      <dsp:spPr>
        <a:xfrm>
          <a:off x="0" y="3199091"/>
          <a:ext cx="10635731" cy="692640"/>
        </a:xfrm>
        <a:prstGeom prst="roundRect">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baseline="0" dirty="0"/>
            <a:t>Implement Business Feedbacks for continuous learning and improvement</a:t>
          </a:r>
          <a:endParaRPr lang="en-US" sz="1400" b="0" kern="1200" dirty="0"/>
        </a:p>
      </dsp:txBody>
      <dsp:txXfrm>
        <a:off x="33812" y="3232903"/>
        <a:ext cx="10568107" cy="62501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5E1236-BCD8-429A-8A48-A4D9DF35BDBC}" type="datetimeFigureOut">
              <a:rPr lang="en-US" smtClean="0"/>
              <a:t>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64D8E6-112A-440B-84DE-A1F053975053}" type="slidenum">
              <a:rPr lang="en-US" smtClean="0"/>
              <a:t>‹#›</a:t>
            </a:fld>
            <a:endParaRPr lang="en-US"/>
          </a:p>
        </p:txBody>
      </p:sp>
    </p:spTree>
    <p:extLst>
      <p:ext uri="{BB962C8B-B14F-4D97-AF65-F5344CB8AC3E}">
        <p14:creationId xmlns:p14="http://schemas.microsoft.com/office/powerpoint/2010/main" val="4139875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team, AI Enthusiast, is excited to showcase our innovative ideas. Each member brings unique expertise: Abhishek Kumar Gupta as the SPOC, Deepak Chaubey leading data governance, and our data engineers, Mohit Pradhan and Puneeth B K. Together, we aim to leverage AI to tackle real-world challenges. The backdrop of code symbolizes our tech-driven approach, setting the stage for a transformative experience in AI development. </a:t>
            </a:r>
            <a:br>
              <a:rPr lang="en-US" dirty="0"/>
            </a:br>
            <a:endParaRPr lang="en-US" dirty="0"/>
          </a:p>
        </p:txBody>
      </p:sp>
      <p:sp>
        <p:nvSpPr>
          <p:cNvPr id="4" name="Slide Number Placeholder 3"/>
          <p:cNvSpPr>
            <a:spLocks noGrp="1"/>
          </p:cNvSpPr>
          <p:nvPr>
            <p:ph type="sldNum" sz="quarter" idx="5"/>
          </p:nvPr>
        </p:nvSpPr>
        <p:spPr/>
        <p:txBody>
          <a:bodyPr/>
          <a:lstStyle/>
          <a:p>
            <a:fld id="{B45B6D1D-E090-4C9B-8E51-6E946526D393}" type="slidenum">
              <a:rPr lang="en-US" smtClean="0"/>
              <a:t>1</a:t>
            </a:fld>
            <a:endParaRPr lang="en-US"/>
          </a:p>
        </p:txBody>
      </p:sp>
    </p:spTree>
    <p:extLst>
      <p:ext uri="{BB962C8B-B14F-4D97-AF65-F5344CB8AC3E}">
        <p14:creationId xmlns:p14="http://schemas.microsoft.com/office/powerpoint/2010/main" val="3393300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B02B1-45ED-EF65-F79E-44A266416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4D2898-EADC-EEC4-0FAA-22566C4F7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B8C27-8BC3-4C1E-99E1-829C72D60521}"/>
              </a:ext>
            </a:extLst>
          </p:cNvPr>
          <p:cNvSpPr>
            <a:spLocks noGrp="1"/>
          </p:cNvSpPr>
          <p:nvPr>
            <p:ph type="body" idx="1"/>
          </p:nvPr>
        </p:nvSpPr>
        <p:spPr/>
        <p:txBody>
          <a:bodyPr/>
          <a:lstStyle/>
          <a:p>
            <a:r>
              <a:rPr lang="en-US" dirty="0"/>
              <a:t>In real-world scenarios business faces significant challenges using traditional predictive maintenance methods. Issues such as downtime, high costs, and inaccurate predictions can severely impact operational efficiency. Our goal is to harness AI-driven predictive maintenance to not only enhance sensor's reliability but also to provide actionable insights that can prevent equipment failures. By addressing these challenges, we can help businesses reduce costs and improve compliance, ultimately preserving their brand reputation. </a:t>
            </a:r>
            <a:br>
              <a:rPr lang="en-US" dirty="0"/>
            </a:br>
            <a:endParaRPr lang="en-US" dirty="0"/>
          </a:p>
        </p:txBody>
      </p:sp>
      <p:sp>
        <p:nvSpPr>
          <p:cNvPr id="4" name="Slide Number Placeholder 3">
            <a:extLst>
              <a:ext uri="{FF2B5EF4-FFF2-40B4-BE49-F238E27FC236}">
                <a16:creationId xmlns:a16="http://schemas.microsoft.com/office/drawing/2014/main" id="{68AA968F-D775-2FB4-DA9B-BE037E91F7EB}"/>
              </a:ext>
            </a:extLst>
          </p:cNvPr>
          <p:cNvSpPr>
            <a:spLocks noGrp="1"/>
          </p:cNvSpPr>
          <p:nvPr>
            <p:ph type="sldNum" sz="quarter" idx="5"/>
          </p:nvPr>
        </p:nvSpPr>
        <p:spPr/>
        <p:txBody>
          <a:bodyPr/>
          <a:lstStyle/>
          <a:p>
            <a:fld id="{B45B6D1D-E090-4C9B-8E51-6E946526D393}" type="slidenum">
              <a:rPr lang="en-US" smtClean="0"/>
              <a:t>2</a:t>
            </a:fld>
            <a:endParaRPr lang="en-US"/>
          </a:p>
        </p:txBody>
      </p:sp>
    </p:spTree>
    <p:extLst>
      <p:ext uri="{BB962C8B-B14F-4D97-AF65-F5344CB8AC3E}">
        <p14:creationId xmlns:p14="http://schemas.microsoft.com/office/powerpoint/2010/main" val="1289554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outline the key outcomes we aim to achieve with our AI solution. Intelligent monitoring will allow for real-time detection of issues, while a user-friendly interface will facilitate seamless interaction between maintenance teams and the AI agent. The dynamic learning capability ensures that the system continuously improves its predictions based on new data. Additionally, automated alerts and reporting will streamline compliance and maintenance processes, enhancing overall operational efficiency. </a:t>
            </a:r>
          </a:p>
        </p:txBody>
      </p:sp>
      <p:sp>
        <p:nvSpPr>
          <p:cNvPr id="4" name="Slide Number Placeholder 3"/>
          <p:cNvSpPr>
            <a:spLocks noGrp="1"/>
          </p:cNvSpPr>
          <p:nvPr>
            <p:ph type="sldNum" sz="quarter" idx="5"/>
          </p:nvPr>
        </p:nvSpPr>
        <p:spPr/>
        <p:txBody>
          <a:bodyPr/>
          <a:lstStyle/>
          <a:p>
            <a:fld id="{B45B6D1D-E090-4C9B-8E51-6E946526D393}" type="slidenum">
              <a:rPr lang="en-US" smtClean="0"/>
              <a:t>3</a:t>
            </a:fld>
            <a:endParaRPr lang="en-US"/>
          </a:p>
        </p:txBody>
      </p:sp>
    </p:spTree>
    <p:extLst>
      <p:ext uri="{BB962C8B-B14F-4D97-AF65-F5344CB8AC3E}">
        <p14:creationId xmlns:p14="http://schemas.microsoft.com/office/powerpoint/2010/main" val="1865678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applied “Shift the Mix” strategies to achieve the superior outcome,  .We applied  comparative analysis of capabilities between ML models and the Bedrock Agent. While ML models excel in numerical calculations and predictive analytics, the Bedrock Agent shines in handling natural language queries and AI-powered troubleshooting. Thus going through a mix approach is crucial for optimizing the outcome, ensuring that we leverage the strengths of each technology effectively to enhance our predictive maintenance solutions. </a:t>
            </a:r>
            <a:br>
              <a:rPr lang="en-US" dirty="0"/>
            </a:br>
            <a:endParaRPr lang="en-US" dirty="0"/>
          </a:p>
        </p:txBody>
      </p:sp>
      <p:sp>
        <p:nvSpPr>
          <p:cNvPr id="4" name="Slide Number Placeholder 3"/>
          <p:cNvSpPr>
            <a:spLocks noGrp="1"/>
          </p:cNvSpPr>
          <p:nvPr>
            <p:ph type="sldNum" sz="quarter" idx="5"/>
          </p:nvPr>
        </p:nvSpPr>
        <p:spPr/>
        <p:txBody>
          <a:bodyPr/>
          <a:lstStyle/>
          <a:p>
            <a:fld id="{B45B6D1D-E090-4C9B-8E51-6E946526D393}" type="slidenum">
              <a:rPr lang="en-US" smtClean="0"/>
              <a:t>4</a:t>
            </a:fld>
            <a:endParaRPr lang="en-US"/>
          </a:p>
        </p:txBody>
      </p:sp>
    </p:spTree>
    <p:extLst>
      <p:ext uri="{BB962C8B-B14F-4D97-AF65-F5344CB8AC3E}">
        <p14:creationId xmlns:p14="http://schemas.microsoft.com/office/powerpoint/2010/main" val="2163919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delve into the features of our Agentic AI Solution &amp; </a:t>
            </a:r>
            <a:r>
              <a:rPr lang="en-US" dirty="0" err="1"/>
              <a:t>cheri</a:t>
            </a:r>
            <a:r>
              <a:rPr lang="en-US" dirty="0"/>
              <a:t>-picked the key features from each span of legacy ML modeling ,Gen AI and advance analytics to meet the end-to end solutioning for SensorBuddy, specifically targeting industries like manufacturing, oil and gas, and energy. </a:t>
            </a:r>
          </a:p>
          <a:p>
            <a:r>
              <a:rPr lang="en-US" dirty="0"/>
              <a:t>The solution includes automated alerts, real-time reporting, and a conversational interface for operator interaction. By implementing advanced analytics, we aim to provide businesses with the tools they need for effective maintenance and support management, ensuring they can respond swiftly to any issues that arise. </a:t>
            </a:r>
            <a:br>
              <a:rPr lang="en-US" dirty="0"/>
            </a:br>
            <a:r>
              <a:rPr lang="en-US" dirty="0"/>
              <a:t>______</a:t>
            </a:r>
          </a:p>
          <a:p>
            <a:br>
              <a:rPr lang="en-US" dirty="0"/>
            </a:br>
            <a:endParaRPr lang="en-IN" dirty="0"/>
          </a:p>
        </p:txBody>
      </p:sp>
      <p:sp>
        <p:nvSpPr>
          <p:cNvPr id="4" name="Slide Number Placeholder 3"/>
          <p:cNvSpPr>
            <a:spLocks noGrp="1"/>
          </p:cNvSpPr>
          <p:nvPr>
            <p:ph type="sldNum" sz="quarter" idx="5"/>
          </p:nvPr>
        </p:nvSpPr>
        <p:spPr/>
        <p:txBody>
          <a:bodyPr/>
          <a:lstStyle/>
          <a:p>
            <a:fld id="{53FD0D37-A854-425F-B232-F7485A10FE8A}" type="slidenum">
              <a:rPr lang="en-IN" smtClean="0"/>
              <a:t>5</a:t>
            </a:fld>
            <a:endParaRPr lang="en-IN" dirty="0"/>
          </a:p>
        </p:txBody>
      </p:sp>
    </p:spTree>
    <p:extLst>
      <p:ext uri="{BB962C8B-B14F-4D97-AF65-F5344CB8AC3E}">
        <p14:creationId xmlns:p14="http://schemas.microsoft.com/office/powerpoint/2010/main" val="1789882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93AAB-E88B-0F56-4216-1F01B9F5D9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71BAEE-4E32-C864-87BB-C5A633EC9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F691C-1647-C9BE-256B-12F8DAC5EB77}"/>
              </a:ext>
            </a:extLst>
          </p:cNvPr>
          <p:cNvSpPr>
            <a:spLocks noGrp="1"/>
          </p:cNvSpPr>
          <p:nvPr>
            <p:ph type="body" idx="1"/>
          </p:nvPr>
        </p:nvSpPr>
        <p:spPr/>
        <p:txBody>
          <a:bodyPr/>
          <a:lstStyle/>
          <a:p>
            <a:r>
              <a:rPr lang="en-US" dirty="0"/>
              <a:t>Generated by Copilot</a:t>
            </a:r>
            <a:br>
              <a:rPr lang="en-US" dirty="0"/>
            </a:br>
            <a:br>
              <a:rPr lang="en-US" dirty="0"/>
            </a:br>
            <a:r>
              <a:rPr lang="en-US" dirty="0"/>
              <a:t>The Technical Workflow slide illustrates the comprehensive data processing and machine learning workflow we employ. It encompasses various stages, from data ingestion to user interaction, highlighting the integration of AWS services. This structured approach ensures that we can efficiently manage real-time data and provide actionable insights, ultimately enhancing the performance and reliability of our AI solutions. </a:t>
            </a:r>
            <a:br>
              <a:rPr lang="en-US" dirty="0"/>
            </a:br>
            <a:endParaRPr lang="en-US" dirty="0"/>
          </a:p>
        </p:txBody>
      </p:sp>
      <p:sp>
        <p:nvSpPr>
          <p:cNvPr id="4" name="Slide Number Placeholder 3">
            <a:extLst>
              <a:ext uri="{FF2B5EF4-FFF2-40B4-BE49-F238E27FC236}">
                <a16:creationId xmlns:a16="http://schemas.microsoft.com/office/drawing/2014/main" id="{D2DE7DA0-6803-D8BB-8F7D-DA38E150E812}"/>
              </a:ext>
            </a:extLst>
          </p:cNvPr>
          <p:cNvSpPr>
            <a:spLocks noGrp="1"/>
          </p:cNvSpPr>
          <p:nvPr>
            <p:ph type="sldNum" sz="quarter" idx="5"/>
          </p:nvPr>
        </p:nvSpPr>
        <p:spPr/>
        <p:txBody>
          <a:bodyPr/>
          <a:lstStyle/>
          <a:p>
            <a:fld id="{B45B6D1D-E090-4C9B-8E51-6E946526D393}" type="slidenum">
              <a:rPr lang="en-US" smtClean="0"/>
              <a:t>6</a:t>
            </a:fld>
            <a:endParaRPr lang="en-US"/>
          </a:p>
        </p:txBody>
      </p:sp>
    </p:spTree>
    <p:extLst>
      <p:ext uri="{BB962C8B-B14F-4D97-AF65-F5344CB8AC3E}">
        <p14:creationId xmlns:p14="http://schemas.microsoft.com/office/powerpoint/2010/main" val="2436346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DEC00-C01E-048A-5D46-11B8453A0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56DF8-5A75-E1DC-8714-FE58FCB99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92747-7AE7-8F21-EF5A-0C3F5F2DAD45}"/>
              </a:ext>
            </a:extLst>
          </p:cNvPr>
          <p:cNvSpPr>
            <a:spLocks noGrp="1"/>
          </p:cNvSpPr>
          <p:nvPr>
            <p:ph type="body" idx="1"/>
          </p:nvPr>
        </p:nvSpPr>
        <p:spPr/>
        <p:txBody>
          <a:bodyPr/>
          <a:lstStyle/>
          <a:p>
            <a:r>
              <a:rPr lang="en-US" dirty="0"/>
              <a:t>Generated by Copilot</a:t>
            </a:r>
            <a:br>
              <a:rPr lang="en-US" dirty="0"/>
            </a:br>
            <a:br>
              <a:rPr lang="en-US" dirty="0"/>
            </a:br>
            <a:r>
              <a:rPr lang="en-US" dirty="0"/>
              <a:t>This slide showcases the integration of automated alerts with Microsoft Teams, enhancing communication and responsiveness. The screenshots illustrate how users can receive detailed notifications about sensor statuses, including critical information like sensor ID and last readings. This integration is vital for ensuring that maintenance teams are promptly informed of any issues, allowing for swift action to mitigate risks. </a:t>
            </a:r>
            <a:br>
              <a:rPr lang="en-US" dirty="0"/>
            </a:br>
            <a:endParaRPr lang="en-US" dirty="0"/>
          </a:p>
        </p:txBody>
      </p:sp>
      <p:sp>
        <p:nvSpPr>
          <p:cNvPr id="4" name="Slide Number Placeholder 3">
            <a:extLst>
              <a:ext uri="{FF2B5EF4-FFF2-40B4-BE49-F238E27FC236}">
                <a16:creationId xmlns:a16="http://schemas.microsoft.com/office/drawing/2014/main" id="{9C8B99D7-AA03-3D12-47B8-137AE9A2BAFB}"/>
              </a:ext>
            </a:extLst>
          </p:cNvPr>
          <p:cNvSpPr>
            <a:spLocks noGrp="1"/>
          </p:cNvSpPr>
          <p:nvPr>
            <p:ph type="sldNum" sz="quarter" idx="5"/>
          </p:nvPr>
        </p:nvSpPr>
        <p:spPr/>
        <p:txBody>
          <a:bodyPr/>
          <a:lstStyle/>
          <a:p>
            <a:fld id="{B45B6D1D-E090-4C9B-8E51-6E946526D393}" type="slidenum">
              <a:rPr lang="en-US" smtClean="0"/>
              <a:t>7</a:t>
            </a:fld>
            <a:endParaRPr lang="en-US"/>
          </a:p>
        </p:txBody>
      </p:sp>
    </p:spTree>
    <p:extLst>
      <p:ext uri="{BB962C8B-B14F-4D97-AF65-F5344CB8AC3E}">
        <p14:creationId xmlns:p14="http://schemas.microsoft.com/office/powerpoint/2010/main" val="2235359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E644C-91A2-650F-C450-C9C7F387F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AB55A-DEA0-CDDF-5FCB-6B141E835A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0B3FC3-77E9-8FB7-FD98-235A57EC5F69}"/>
              </a:ext>
            </a:extLst>
          </p:cNvPr>
          <p:cNvSpPr>
            <a:spLocks noGrp="1"/>
          </p:cNvSpPr>
          <p:nvPr>
            <p:ph type="body" idx="1"/>
          </p:nvPr>
        </p:nvSpPr>
        <p:spPr/>
        <p:txBody>
          <a:bodyPr/>
          <a:lstStyle/>
          <a:p>
            <a:r>
              <a:rPr lang="en-US" dirty="0"/>
              <a:t>Generated by Copilot</a:t>
            </a:r>
            <a:br>
              <a:rPr lang="en-US" dirty="0"/>
            </a:br>
            <a:br>
              <a:rPr lang="en-US" dirty="0"/>
            </a:br>
            <a:r>
              <a:rPr lang="en-US" dirty="0"/>
              <a:t>Here, we present an integrated KPI analysis and visualization of sensor metrics. The line graph and sub-graphs provide a clear view of system health over time, allowing for quick identification of trends and anomalies. This comprehensive overview is essential for monitoring performance and making informed decisions regarding maintenance and operational strategies. </a:t>
            </a:r>
            <a:br>
              <a:rPr lang="en-US" dirty="0"/>
            </a:br>
            <a:endParaRPr lang="en-US" dirty="0"/>
          </a:p>
        </p:txBody>
      </p:sp>
      <p:sp>
        <p:nvSpPr>
          <p:cNvPr id="4" name="Slide Number Placeholder 3">
            <a:extLst>
              <a:ext uri="{FF2B5EF4-FFF2-40B4-BE49-F238E27FC236}">
                <a16:creationId xmlns:a16="http://schemas.microsoft.com/office/drawing/2014/main" id="{49006893-1E14-A89F-C7F4-2CA941F0D07B}"/>
              </a:ext>
            </a:extLst>
          </p:cNvPr>
          <p:cNvSpPr>
            <a:spLocks noGrp="1"/>
          </p:cNvSpPr>
          <p:nvPr>
            <p:ph type="sldNum" sz="quarter" idx="5"/>
          </p:nvPr>
        </p:nvSpPr>
        <p:spPr/>
        <p:txBody>
          <a:bodyPr/>
          <a:lstStyle/>
          <a:p>
            <a:fld id="{B45B6D1D-E090-4C9B-8E51-6E946526D393}" type="slidenum">
              <a:rPr lang="en-US" smtClean="0"/>
              <a:t>8</a:t>
            </a:fld>
            <a:endParaRPr lang="en-US"/>
          </a:p>
        </p:txBody>
      </p:sp>
    </p:spTree>
    <p:extLst>
      <p:ext uri="{BB962C8B-B14F-4D97-AF65-F5344CB8AC3E}">
        <p14:creationId xmlns:p14="http://schemas.microsoft.com/office/powerpoint/2010/main" val="510666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Generated by Copilot</a:t>
            </a:r>
            <a:br>
              <a:rPr lang="en-US"/>
            </a:br>
            <a:br>
              <a:rPr lang="en-US"/>
            </a:br>
            <a:r>
              <a:rPr lang="en-US"/>
              <a:t>This slide sets the stage for a live demonstration of our AI agent, SensorBuddy. The futuristic cityscape background emphasizes the innovative nature of our technology. During the demonstration, we will showcase how SensorBuddy operates in real-time, providing insights and recommendations that can significantly enhance maintenance processes and operational efficiency. </a:t>
            </a:r>
            <a:br>
              <a:rPr lang="en-US"/>
            </a:br>
            <a:r>
              <a:rPr lang="en-US"/>
              <a:t>______</a:t>
            </a:r>
          </a:p>
          <a:p>
            <a:br>
              <a:rPr lang="en-US"/>
            </a:br>
            <a:r>
              <a:rPr lang="en-US"/>
              <a:t>In this slide, we will present an interactive demonstration of our AI agent, SensorBuddy, showcasing its real-time predictive maintenance capabilities. Attendees will see how the system interacts with users, processes live data feeds, and provides actionable insights. User feedback will be collected during the demo to enhance future iterations of the solution.</a:t>
            </a:r>
          </a:p>
        </p:txBody>
      </p:sp>
      <p:sp>
        <p:nvSpPr>
          <p:cNvPr id="4" name="Slide Number Placeholder 3"/>
          <p:cNvSpPr>
            <a:spLocks noGrp="1"/>
          </p:cNvSpPr>
          <p:nvPr>
            <p:ph type="sldNum" sz="quarter" idx="5"/>
          </p:nvPr>
        </p:nvSpPr>
        <p:spPr/>
        <p:txBody>
          <a:bodyPr/>
          <a:lstStyle/>
          <a:p>
            <a:fld id="{7364D8E6-112A-440B-84DE-A1F053975053}" type="slidenum">
              <a:rPr lang="en-US" smtClean="0"/>
              <a:t>9</a:t>
            </a:fld>
            <a:endParaRPr lang="en-US"/>
          </a:p>
        </p:txBody>
      </p:sp>
    </p:spTree>
    <p:extLst>
      <p:ext uri="{BB962C8B-B14F-4D97-AF65-F5344CB8AC3E}">
        <p14:creationId xmlns:p14="http://schemas.microsoft.com/office/powerpoint/2010/main" val="3290472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00829-ECD5-FAF8-1905-C88E1DF8C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CB2536-D18C-222E-C3EA-662C36F95F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7D091-BE3B-2D7D-D818-4E980C9398D2}"/>
              </a:ext>
            </a:extLst>
          </p:cNvPr>
          <p:cNvSpPr>
            <a:spLocks noGrp="1"/>
          </p:cNvSpPr>
          <p:nvPr>
            <p:ph type="body" idx="1"/>
          </p:nvPr>
        </p:nvSpPr>
        <p:spPr/>
        <p:txBody>
          <a:bodyPr/>
          <a:lstStyle/>
          <a:p>
            <a:r>
              <a:rPr lang="en-US" dirty="0"/>
              <a:t>In this slide, we illustrate the real-time prompts and interactions facilitated by our AI solution. Each key area, such as system health monitoring and diagnostics, is represented visually, emphasizing the interactive nature of our technology. This approach not only enhances user engagement but also ensures that critical information is readily accessible for timely decision-making. </a:t>
            </a:r>
            <a:br>
              <a:rPr lang="en-US" dirty="0"/>
            </a:br>
            <a:r>
              <a:rPr lang="en-US" dirty="0"/>
              <a:t>______</a:t>
            </a:r>
          </a:p>
          <a:p>
            <a:br>
              <a:rPr lang="en-US" dirty="0"/>
            </a:br>
            <a:endParaRPr lang="en-US" dirty="0"/>
          </a:p>
        </p:txBody>
      </p:sp>
      <p:sp>
        <p:nvSpPr>
          <p:cNvPr id="4" name="Slide Number Placeholder 3">
            <a:extLst>
              <a:ext uri="{FF2B5EF4-FFF2-40B4-BE49-F238E27FC236}">
                <a16:creationId xmlns:a16="http://schemas.microsoft.com/office/drawing/2014/main" id="{A5FE9612-1880-5548-97B1-DD17B0924F3A}"/>
              </a:ext>
            </a:extLst>
          </p:cNvPr>
          <p:cNvSpPr>
            <a:spLocks noGrp="1"/>
          </p:cNvSpPr>
          <p:nvPr>
            <p:ph type="sldNum" sz="quarter" idx="5"/>
          </p:nvPr>
        </p:nvSpPr>
        <p:spPr/>
        <p:txBody>
          <a:bodyPr/>
          <a:lstStyle/>
          <a:p>
            <a:fld id="{291177F2-5BE0-496A-A819-C84242B81B0A}" type="slidenum">
              <a:rPr lang="en-US" smtClean="0"/>
              <a:t>10</a:t>
            </a:fld>
            <a:endParaRPr lang="en-US"/>
          </a:p>
        </p:txBody>
      </p:sp>
    </p:spTree>
    <p:extLst>
      <p:ext uri="{BB962C8B-B14F-4D97-AF65-F5344CB8AC3E}">
        <p14:creationId xmlns:p14="http://schemas.microsoft.com/office/powerpoint/2010/main" val="2337083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Generated by Copilot</a:t>
            </a:r>
            <a:br>
              <a:rPr lang="en-US"/>
            </a:br>
            <a:br>
              <a:rPr lang="en-US"/>
            </a:br>
            <a:r>
              <a:rPr lang="en-US"/>
              <a:t>This slide provides an in-depth look at sensor health and performance monitoring. It includes critical data on sensor status, warnings, and failure probabilities, enabling proactive maintenance strategies. By identifying sensors that require immediate attention, we can prevent potential failures and ensure optimal system performance, which is essential for operational reliability. </a:t>
            </a:r>
            <a:br>
              <a:rPr lang="en-US"/>
            </a:br>
            <a:r>
              <a:rPr lang="en-US"/>
              <a:t>______</a:t>
            </a:r>
          </a:p>
          <a:p>
            <a:br>
              <a:rPr lang="en-US"/>
            </a:br>
            <a:endParaRPr lang="en-US" dirty="0"/>
          </a:p>
        </p:txBody>
      </p:sp>
      <p:sp>
        <p:nvSpPr>
          <p:cNvPr id="4" name="Slide Number Placeholder 3"/>
          <p:cNvSpPr>
            <a:spLocks noGrp="1"/>
          </p:cNvSpPr>
          <p:nvPr>
            <p:ph type="sldNum" sz="quarter" idx="5"/>
          </p:nvPr>
        </p:nvSpPr>
        <p:spPr/>
        <p:txBody>
          <a:bodyPr/>
          <a:lstStyle/>
          <a:p>
            <a:fld id="{291177F2-5BE0-496A-A819-C84242B81B0A}" type="slidenum">
              <a:rPr lang="en-US" smtClean="0"/>
              <a:t>11</a:t>
            </a:fld>
            <a:endParaRPr lang="en-US"/>
          </a:p>
        </p:txBody>
      </p:sp>
    </p:spTree>
    <p:extLst>
      <p:ext uri="{BB962C8B-B14F-4D97-AF65-F5344CB8AC3E}">
        <p14:creationId xmlns:p14="http://schemas.microsoft.com/office/powerpoint/2010/main" val="3341933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Generated by Copilot</a:t>
            </a:r>
            <a:br>
              <a:rPr lang="en-US"/>
            </a:br>
            <a:br>
              <a:rPr lang="en-US"/>
            </a:br>
            <a:r>
              <a:rPr lang="en-US"/>
              <a:t>Here, we analyze sensor diagnostics and troubleshooting practices. The detailed sections address common issues, such as unusual behavior and high vibration readings, providing insights into their causes. This thorough examination is vital for developing effective maintenance strategies and ensuring that all sensors operate within their normal ranges, ultimately enhancing system reliability. </a:t>
            </a:r>
            <a:br>
              <a:rPr lang="en-US"/>
            </a:br>
            <a:r>
              <a:rPr lang="en-US"/>
              <a:t>______</a:t>
            </a:r>
          </a:p>
          <a:p>
            <a:br>
              <a:rPr lang="en-US"/>
            </a:br>
            <a:endParaRPr lang="en-US" dirty="0"/>
          </a:p>
        </p:txBody>
      </p:sp>
      <p:sp>
        <p:nvSpPr>
          <p:cNvPr id="4" name="Slide Number Placeholder 3"/>
          <p:cNvSpPr>
            <a:spLocks noGrp="1"/>
          </p:cNvSpPr>
          <p:nvPr>
            <p:ph type="sldNum" sz="quarter" idx="5"/>
          </p:nvPr>
        </p:nvSpPr>
        <p:spPr/>
        <p:txBody>
          <a:bodyPr/>
          <a:lstStyle/>
          <a:p>
            <a:fld id="{291177F2-5BE0-496A-A819-C84242B81B0A}" type="slidenum">
              <a:rPr lang="en-US" smtClean="0"/>
              <a:t>12</a:t>
            </a:fld>
            <a:endParaRPr lang="en-US"/>
          </a:p>
        </p:txBody>
      </p:sp>
    </p:spTree>
    <p:extLst>
      <p:ext uri="{BB962C8B-B14F-4D97-AF65-F5344CB8AC3E}">
        <p14:creationId xmlns:p14="http://schemas.microsoft.com/office/powerpoint/2010/main" val="345830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Generated by Copilot</a:t>
            </a:r>
            <a:br>
              <a:rPr lang="en-US"/>
            </a:br>
            <a:br>
              <a:rPr lang="en-US"/>
            </a:br>
            <a:r>
              <a:rPr lang="en-US"/>
              <a:t>This slide focuses on maintenance and support management, detailing recommended actions for high-risk sensors. By providing vendor information and outlining maintenance schedules, we ensure that teams are well-equipped to address critical issues promptly. This structured approach to maintenance management is essential for minimizing downtime and maintaining operational efficiency. </a:t>
            </a:r>
            <a:br>
              <a:rPr lang="en-US"/>
            </a:br>
            <a:r>
              <a:rPr lang="en-US"/>
              <a:t>______</a:t>
            </a:r>
          </a:p>
          <a:p>
            <a:br>
              <a:rPr lang="en-US"/>
            </a:br>
            <a:endParaRPr lang="en-US" dirty="0"/>
          </a:p>
        </p:txBody>
      </p:sp>
      <p:sp>
        <p:nvSpPr>
          <p:cNvPr id="4" name="Slide Number Placeholder 3"/>
          <p:cNvSpPr>
            <a:spLocks noGrp="1"/>
          </p:cNvSpPr>
          <p:nvPr>
            <p:ph type="sldNum" sz="quarter" idx="5"/>
          </p:nvPr>
        </p:nvSpPr>
        <p:spPr/>
        <p:txBody>
          <a:bodyPr/>
          <a:lstStyle/>
          <a:p>
            <a:fld id="{291177F2-5BE0-496A-A819-C84242B81B0A}" type="slidenum">
              <a:rPr lang="en-US" smtClean="0"/>
              <a:t>13</a:t>
            </a:fld>
            <a:endParaRPr lang="en-US"/>
          </a:p>
        </p:txBody>
      </p:sp>
    </p:spTree>
    <p:extLst>
      <p:ext uri="{BB962C8B-B14F-4D97-AF65-F5344CB8AC3E}">
        <p14:creationId xmlns:p14="http://schemas.microsoft.com/office/powerpoint/2010/main" val="8471947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Generated by Copilot</a:t>
            </a:r>
            <a:br>
              <a:rPr lang="en-US"/>
            </a:br>
            <a:br>
              <a:rPr lang="en-US"/>
            </a:br>
            <a:r>
              <a:rPr lang="en-US"/>
              <a:t>In this slide, we explore inventory and interdependency analysis among sensors. Understanding the relationships between different sensors is crucial for effective monitoring and maintenance. By analyzing correlations, we can identify potential cascading effects and ensure that all components of the system work harmoniously, enhancing overall performance and reliability. </a:t>
            </a:r>
            <a:br>
              <a:rPr lang="en-US"/>
            </a:br>
            <a:r>
              <a:rPr lang="en-US"/>
              <a:t>______</a:t>
            </a:r>
          </a:p>
          <a:p>
            <a:br>
              <a:rPr lang="en-US"/>
            </a:br>
            <a:endParaRPr lang="en-US" dirty="0"/>
          </a:p>
        </p:txBody>
      </p:sp>
      <p:sp>
        <p:nvSpPr>
          <p:cNvPr id="4" name="Slide Number Placeholder 3"/>
          <p:cNvSpPr>
            <a:spLocks noGrp="1"/>
          </p:cNvSpPr>
          <p:nvPr>
            <p:ph type="sldNum" sz="quarter" idx="5"/>
          </p:nvPr>
        </p:nvSpPr>
        <p:spPr/>
        <p:txBody>
          <a:bodyPr/>
          <a:lstStyle/>
          <a:p>
            <a:fld id="{291177F2-5BE0-496A-A819-C84242B81B0A}" type="slidenum">
              <a:rPr lang="en-US" smtClean="0"/>
              <a:t>14</a:t>
            </a:fld>
            <a:endParaRPr lang="en-US"/>
          </a:p>
        </p:txBody>
      </p:sp>
    </p:spTree>
    <p:extLst>
      <p:ext uri="{BB962C8B-B14F-4D97-AF65-F5344CB8AC3E}">
        <p14:creationId xmlns:p14="http://schemas.microsoft.com/office/powerpoint/2010/main" val="28483829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838F8-C2DA-CF77-B482-3E15F3527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05F506-EEE1-FCDE-60DD-6821321C61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FE160-B3E5-8CC3-1565-B3C09268121F}"/>
              </a:ext>
            </a:extLst>
          </p:cNvPr>
          <p:cNvSpPr>
            <a:spLocks noGrp="1"/>
          </p:cNvSpPr>
          <p:nvPr>
            <p:ph type="body" idx="1"/>
          </p:nvPr>
        </p:nvSpPr>
        <p:spPr/>
        <p:txBody>
          <a:bodyPr/>
          <a:lstStyle/>
          <a:p>
            <a:r>
              <a:rPr lang="en-US" dirty="0"/>
              <a:t>Here we outline the features implemented through our Agentic AI Solution, focusing on the next steps and future scope. We aim to enhance AI capabilities, improve integration with enterprise applications, and explore advanced features of AWS services. Engaging with businesses for tailored MVPs will be crucial for continuous improvement and ensuring our solutions meet industry needs effectively. </a:t>
            </a:r>
            <a:br>
              <a:rPr lang="en-US" dirty="0"/>
            </a:br>
            <a:endParaRPr lang="en-IN" dirty="0"/>
          </a:p>
        </p:txBody>
      </p:sp>
      <p:sp>
        <p:nvSpPr>
          <p:cNvPr id="4" name="Slide Number Placeholder 3">
            <a:extLst>
              <a:ext uri="{FF2B5EF4-FFF2-40B4-BE49-F238E27FC236}">
                <a16:creationId xmlns:a16="http://schemas.microsoft.com/office/drawing/2014/main" id="{363E485E-35FD-A56B-6427-7E46E5B66E6E}"/>
              </a:ext>
            </a:extLst>
          </p:cNvPr>
          <p:cNvSpPr>
            <a:spLocks noGrp="1"/>
          </p:cNvSpPr>
          <p:nvPr>
            <p:ph type="sldNum" sz="quarter" idx="5"/>
          </p:nvPr>
        </p:nvSpPr>
        <p:spPr/>
        <p:txBody>
          <a:bodyPr/>
          <a:lstStyle/>
          <a:p>
            <a:fld id="{53FD0D37-A854-425F-B232-F7485A10FE8A}" type="slidenum">
              <a:rPr lang="en-IN" smtClean="0"/>
              <a:t>15</a:t>
            </a:fld>
            <a:endParaRPr lang="en-IN" dirty="0"/>
          </a:p>
        </p:txBody>
      </p:sp>
    </p:spTree>
    <p:extLst>
      <p:ext uri="{BB962C8B-B14F-4D97-AF65-F5344CB8AC3E}">
        <p14:creationId xmlns:p14="http://schemas.microsoft.com/office/powerpoint/2010/main" val="1041120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Copilot</a:t>
            </a:r>
            <a:br>
              <a:rPr lang="en-US" dirty="0"/>
            </a:br>
            <a:br>
              <a:rPr lang="en-US" dirty="0"/>
            </a:br>
            <a:r>
              <a:rPr lang="en-US" dirty="0"/>
              <a:t>As we conclude, I want to express our gratitude for your attention. This slide invites questions and discussions, emphasizing our openness to feedback and collaboration. Engaging with you during the Q&amp;A session will allow us to address any inquiries and further elaborate on our innovative solutions and their potential impact. </a:t>
            </a:r>
            <a:br>
              <a:rPr lang="en-US" dirty="0"/>
            </a:br>
            <a:r>
              <a:rPr lang="en-US" dirty="0"/>
              <a:t>______</a:t>
            </a:r>
          </a:p>
          <a:p>
            <a:br>
              <a:rPr lang="en-US" dirty="0"/>
            </a:br>
            <a:r>
              <a:rPr lang="en-US" dirty="0"/>
              <a:t>We encourage user interaction during the demo, and we will gather feedback to understand how well our solution meets user needs and expectations.</a:t>
            </a:r>
          </a:p>
        </p:txBody>
      </p:sp>
      <p:sp>
        <p:nvSpPr>
          <p:cNvPr id="4" name="Slide Number Placeholder 3"/>
          <p:cNvSpPr>
            <a:spLocks noGrp="1"/>
          </p:cNvSpPr>
          <p:nvPr>
            <p:ph type="sldNum" sz="quarter" idx="5"/>
          </p:nvPr>
        </p:nvSpPr>
        <p:spPr/>
        <p:txBody>
          <a:bodyPr/>
          <a:lstStyle/>
          <a:p>
            <a:fld id="{B45B6D1D-E090-4C9B-8E51-6E946526D393}" type="slidenum">
              <a:rPr lang="en-US" smtClean="0"/>
              <a:t>16</a:t>
            </a:fld>
            <a:endParaRPr lang="en-US"/>
          </a:p>
        </p:txBody>
      </p:sp>
    </p:spTree>
    <p:extLst>
      <p:ext uri="{BB962C8B-B14F-4D97-AF65-F5344CB8AC3E}">
        <p14:creationId xmlns:p14="http://schemas.microsoft.com/office/powerpoint/2010/main" val="1069268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58E14-23EC-4C25-974C-48FA83988655}"/>
              </a:ext>
            </a:extLst>
          </p:cNvPr>
          <p:cNvSpPr>
            <a:spLocks noGrp="1"/>
          </p:cNvSpPr>
          <p:nvPr>
            <p:ph type="ctrTitle"/>
          </p:nvPr>
        </p:nvSpPr>
        <p:spPr>
          <a:xfrm>
            <a:off x="517870" y="978408"/>
            <a:ext cx="5021183" cy="507422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E9FEDD4-20A1-49F6-9E3E-0B26B426BB73}"/>
              </a:ext>
            </a:extLst>
          </p:cNvPr>
          <p:cNvSpPr>
            <a:spLocks noGrp="1"/>
          </p:cNvSpPr>
          <p:nvPr>
            <p:ph type="subTitle" idx="1"/>
          </p:nvPr>
        </p:nvSpPr>
        <p:spPr>
          <a:xfrm>
            <a:off x="6662167" y="3602038"/>
            <a:ext cx="5021183" cy="2244580"/>
          </a:xfrm>
        </p:spPr>
        <p:txBody>
          <a:bodyPr anchor="b">
            <a:normAutofit/>
          </a:bodyPr>
          <a:lstStyle>
            <a:lvl1pPr marL="0" indent="0" algn="l">
              <a:lnSpc>
                <a:spcPct val="100000"/>
              </a:lnSpc>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580A32F-E6F3-4C2E-B9E3-E47868E42511}"/>
              </a:ext>
            </a:extLst>
          </p:cNvPr>
          <p:cNvSpPr>
            <a:spLocks noGrp="1"/>
          </p:cNvSpPr>
          <p:nvPr>
            <p:ph type="dt" sz="half" idx="10"/>
          </p:nvPr>
        </p:nvSpPr>
        <p:spPr/>
        <p:txBody>
          <a:bodyPr/>
          <a:lstStyle/>
          <a:p>
            <a:fld id="{3391A759-BFF8-4B5B-9ECE-D93AC303B331}" type="datetime1">
              <a:rPr lang="en-US" smtClean="0"/>
              <a:t>2/13/2025</a:t>
            </a:fld>
            <a:endParaRPr lang="en-US"/>
          </a:p>
        </p:txBody>
      </p:sp>
      <p:sp>
        <p:nvSpPr>
          <p:cNvPr id="5" name="Footer Placeholder 4">
            <a:extLst>
              <a:ext uri="{FF2B5EF4-FFF2-40B4-BE49-F238E27FC236}">
                <a16:creationId xmlns:a16="http://schemas.microsoft.com/office/drawing/2014/main" id="{78806724-A87A-4231-BFD9-277482AF78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30D1AF-36B8-4BB8-BD6A-71194F7BC31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8" name="Rectangle 7">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1517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63D8A-C68D-4CF9-9D15-3E09BCC09F6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524D94C-E537-4FF3-AAF8-A85F05C31A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824B1D4-6731-4993-8609-16C1D3327986}"/>
              </a:ext>
            </a:extLst>
          </p:cNvPr>
          <p:cNvSpPr>
            <a:spLocks noGrp="1"/>
          </p:cNvSpPr>
          <p:nvPr>
            <p:ph type="dt" sz="half" idx="10"/>
          </p:nvPr>
        </p:nvSpPr>
        <p:spPr/>
        <p:txBody>
          <a:bodyPr/>
          <a:lstStyle/>
          <a:p>
            <a:fld id="{EEBAB316-A2E6-49F2-825C-64AA951E4184}" type="datetime1">
              <a:rPr lang="en-US" smtClean="0"/>
              <a:t>2/13/2025</a:t>
            </a:fld>
            <a:endParaRPr lang="en-US"/>
          </a:p>
        </p:txBody>
      </p:sp>
      <p:sp>
        <p:nvSpPr>
          <p:cNvPr id="5" name="Footer Placeholder 4">
            <a:extLst>
              <a:ext uri="{FF2B5EF4-FFF2-40B4-BE49-F238E27FC236}">
                <a16:creationId xmlns:a16="http://schemas.microsoft.com/office/drawing/2014/main" id="{3DFB7BBD-CEEB-4256-84B2-6D907E1188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972A8B7-F430-4F4A-BB63-481F51E5880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007119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AC1C-A332-4BA5-8C9C-FE0396C81619}"/>
              </a:ext>
            </a:extLst>
          </p:cNvPr>
          <p:cNvSpPr>
            <a:spLocks noGrp="1"/>
          </p:cNvSpPr>
          <p:nvPr>
            <p:ph type="title"/>
          </p:nvPr>
        </p:nvSpPr>
        <p:spPr>
          <a:xfrm>
            <a:off x="517870" y="978408"/>
            <a:ext cx="5020056" cy="4870974"/>
          </a:xfrm>
        </p:spPr>
        <p:txBody>
          <a:bodyPr anchor="t">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8D137-710E-4125-B5E9-F63E7F1C9C9D}"/>
              </a:ext>
            </a:extLst>
          </p:cNvPr>
          <p:cNvSpPr>
            <a:spLocks noGrp="1"/>
          </p:cNvSpPr>
          <p:nvPr>
            <p:ph type="body" idx="1"/>
          </p:nvPr>
        </p:nvSpPr>
        <p:spPr>
          <a:xfrm>
            <a:off x="6662167" y="3566639"/>
            <a:ext cx="5021183" cy="2279979"/>
          </a:xfrm>
        </p:spPr>
        <p:txBody>
          <a:bodyPr anchor="b">
            <a:normAutofit/>
          </a:bodyPr>
          <a:lstStyle>
            <a:lvl1pPr marL="0" indent="0">
              <a:buNone/>
              <a:defRPr sz="2200" i="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5480C5-E9A6-425E-B050-03E444BE92C9}"/>
              </a:ext>
            </a:extLst>
          </p:cNvPr>
          <p:cNvSpPr>
            <a:spLocks noGrp="1"/>
          </p:cNvSpPr>
          <p:nvPr>
            <p:ph type="dt" sz="half" idx="10"/>
          </p:nvPr>
        </p:nvSpPr>
        <p:spPr/>
        <p:txBody>
          <a:bodyPr/>
          <a:lstStyle/>
          <a:p>
            <a:fld id="{5AE9748B-ADD6-4C5A-8C2A-A39721276E74}" type="datetime1">
              <a:rPr lang="en-US" smtClean="0"/>
              <a:t>2/13/2025</a:t>
            </a:fld>
            <a:endParaRPr lang="en-US"/>
          </a:p>
        </p:txBody>
      </p:sp>
      <p:sp>
        <p:nvSpPr>
          <p:cNvPr id="5" name="Footer Placeholder 4">
            <a:extLst>
              <a:ext uri="{FF2B5EF4-FFF2-40B4-BE49-F238E27FC236}">
                <a16:creationId xmlns:a16="http://schemas.microsoft.com/office/drawing/2014/main" id="{951B4831-6C0B-4E0B-A341-91E4C5D36B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F011EE6-252D-46DD-94DF-C42657EF2CD9}"/>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699975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4B06-C54A-4B7B-B6D1-436428EAF8E2}"/>
              </a:ext>
            </a:extLst>
          </p:cNvPr>
          <p:cNvSpPr>
            <a:spLocks noGrp="1"/>
          </p:cNvSpPr>
          <p:nvPr>
            <p:ph type="title"/>
          </p:nvPr>
        </p:nvSpPr>
        <p:spPr>
          <a:xfrm>
            <a:off x="517870" y="978408"/>
            <a:ext cx="5021182" cy="520769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723919-9A2F-4D97-8F31-6E35BD5975B0}"/>
              </a:ext>
            </a:extLst>
          </p:cNvPr>
          <p:cNvSpPr>
            <a:spLocks noGrp="1"/>
          </p:cNvSpPr>
          <p:nvPr>
            <p:ph sz="half" idx="1"/>
          </p:nvPr>
        </p:nvSpPr>
        <p:spPr>
          <a:xfrm>
            <a:off x="6063049" y="969264"/>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F8DA345-F684-4BAA-A22C-E725B3A6037F}"/>
              </a:ext>
            </a:extLst>
          </p:cNvPr>
          <p:cNvSpPr>
            <a:spLocks noGrp="1"/>
          </p:cNvSpPr>
          <p:nvPr>
            <p:ph sz="half" idx="2"/>
          </p:nvPr>
        </p:nvSpPr>
        <p:spPr>
          <a:xfrm>
            <a:off x="6063049" y="3621849"/>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399C52-9753-45D8-9646-CF31BB01577C}"/>
              </a:ext>
            </a:extLst>
          </p:cNvPr>
          <p:cNvSpPr>
            <a:spLocks noGrp="1"/>
          </p:cNvSpPr>
          <p:nvPr>
            <p:ph type="dt" sz="half" idx="10"/>
          </p:nvPr>
        </p:nvSpPr>
        <p:spPr/>
        <p:txBody>
          <a:bodyPr/>
          <a:lstStyle/>
          <a:p>
            <a:fld id="{7241FB0F-3C5C-4949-B933-9C7E511ED094}" type="datetime1">
              <a:rPr lang="en-US" smtClean="0"/>
              <a:t>2/13/2025</a:t>
            </a:fld>
            <a:endParaRPr lang="en-US"/>
          </a:p>
        </p:txBody>
      </p:sp>
      <p:sp>
        <p:nvSpPr>
          <p:cNvPr id="6" name="Footer Placeholder 5">
            <a:extLst>
              <a:ext uri="{FF2B5EF4-FFF2-40B4-BE49-F238E27FC236}">
                <a16:creationId xmlns:a16="http://schemas.microsoft.com/office/drawing/2014/main" id="{C2F95E57-622C-4199-940E-F5462E1AC44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01B7592-00E8-41EF-B749-2A5EA8E460DA}"/>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933864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2291277-967B-4176-B40B-9EC360626994}"/>
              </a:ext>
            </a:extLst>
          </p:cNvPr>
          <p:cNvSpPr/>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cap="none" spc="0">
              <a:ln w="0"/>
              <a:solidFill>
                <a:schemeClr val="tx1"/>
              </a:solidFill>
              <a:effectLst>
                <a:outerShdw blurRad="38100" dist="19050" dir="2700000" algn="tl" rotWithShape="0">
                  <a:schemeClr val="dk1">
                    <a:alpha val="40000"/>
                  </a:schemeClr>
                </a:outerShdw>
              </a:effectLst>
            </a:endParaRPr>
          </a:p>
        </p:txBody>
      </p:sp>
      <p:sp>
        <p:nvSpPr>
          <p:cNvPr id="2" name="Title 1">
            <a:extLst>
              <a:ext uri="{FF2B5EF4-FFF2-40B4-BE49-F238E27FC236}">
                <a16:creationId xmlns:a16="http://schemas.microsoft.com/office/drawing/2014/main" id="{FCB11C00-F7CB-4484-807A-D12745CD3CC8}"/>
              </a:ext>
            </a:extLst>
          </p:cNvPr>
          <p:cNvSpPr>
            <a:spLocks noGrp="1"/>
          </p:cNvSpPr>
          <p:nvPr>
            <p:ph type="title"/>
          </p:nvPr>
        </p:nvSpPr>
        <p:spPr>
          <a:xfrm>
            <a:off x="517869" y="978119"/>
            <a:ext cx="11165481" cy="107305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FAAA6E-E243-48B3-9585-3C1420B3E19F}"/>
              </a:ext>
            </a:extLst>
          </p:cNvPr>
          <p:cNvSpPr>
            <a:spLocks noGrp="1"/>
          </p:cNvSpPr>
          <p:nvPr>
            <p:ph type="body" idx="1"/>
          </p:nvPr>
        </p:nvSpPr>
        <p:spPr>
          <a:xfrm>
            <a:off x="517870" y="2178908"/>
            <a:ext cx="5020056"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D01B8-0F2E-41A4-B21C-334393F6A677}"/>
              </a:ext>
            </a:extLst>
          </p:cNvPr>
          <p:cNvSpPr>
            <a:spLocks noGrp="1"/>
          </p:cNvSpPr>
          <p:nvPr>
            <p:ph sz="half" idx="2"/>
          </p:nvPr>
        </p:nvSpPr>
        <p:spPr>
          <a:xfrm>
            <a:off x="517870" y="2876085"/>
            <a:ext cx="5020056"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9B23F-3E60-415A-9CE7-0928B5CFB2B3}"/>
              </a:ext>
            </a:extLst>
          </p:cNvPr>
          <p:cNvSpPr>
            <a:spLocks noGrp="1"/>
          </p:cNvSpPr>
          <p:nvPr>
            <p:ph type="body" sz="quarter" idx="3"/>
          </p:nvPr>
        </p:nvSpPr>
        <p:spPr>
          <a:xfrm>
            <a:off x="6662168" y="2178908"/>
            <a:ext cx="5021182"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223446-0CDC-402B-8D71-D9D29F6DFFCC}"/>
              </a:ext>
            </a:extLst>
          </p:cNvPr>
          <p:cNvSpPr>
            <a:spLocks noGrp="1"/>
          </p:cNvSpPr>
          <p:nvPr>
            <p:ph sz="quarter" idx="4"/>
          </p:nvPr>
        </p:nvSpPr>
        <p:spPr>
          <a:xfrm>
            <a:off x="6662168" y="2876085"/>
            <a:ext cx="5021182"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02B77D3-C6EC-4FFD-9E10-24E1AC542019}"/>
              </a:ext>
            </a:extLst>
          </p:cNvPr>
          <p:cNvSpPr>
            <a:spLocks noGrp="1"/>
          </p:cNvSpPr>
          <p:nvPr>
            <p:ph type="dt" sz="half" idx="10"/>
          </p:nvPr>
        </p:nvSpPr>
        <p:spPr>
          <a:xfrm>
            <a:off x="517870" y="6420414"/>
            <a:ext cx="2743200" cy="365125"/>
          </a:xfrm>
        </p:spPr>
        <p:txBody>
          <a:bodyPr/>
          <a:lstStyle/>
          <a:p>
            <a:fld id="{C2F01D58-E949-4BCB-829A-BBF80E38D59C}" type="datetime1">
              <a:rPr lang="en-US" smtClean="0"/>
              <a:t>2/13/2025</a:t>
            </a:fld>
            <a:endParaRPr lang="en-US"/>
          </a:p>
        </p:txBody>
      </p:sp>
      <p:sp>
        <p:nvSpPr>
          <p:cNvPr id="8" name="Footer Placeholder 7">
            <a:extLst>
              <a:ext uri="{FF2B5EF4-FFF2-40B4-BE49-F238E27FC236}">
                <a16:creationId xmlns:a16="http://schemas.microsoft.com/office/drawing/2014/main" id="{209DF31B-BD07-4DC2-95C2-B77E51AAEFF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54CE5A-3A0A-4AAB-81D2-F1C20636E54C}"/>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240947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16B8-52AB-412B-BBE7-B6BE698FA29B}"/>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BF779C3-9D19-467E-A5D2-0920834DA13C}"/>
              </a:ext>
            </a:extLst>
          </p:cNvPr>
          <p:cNvSpPr>
            <a:spLocks noGrp="1"/>
          </p:cNvSpPr>
          <p:nvPr>
            <p:ph type="dt" sz="half" idx="10"/>
          </p:nvPr>
        </p:nvSpPr>
        <p:spPr/>
        <p:txBody>
          <a:bodyPr/>
          <a:lstStyle/>
          <a:p>
            <a:fld id="{FF10A846-0DA4-4D92-9BF1-DE8C52C1F4DF}" type="datetime1">
              <a:rPr lang="en-US" smtClean="0"/>
              <a:t>2/13/2025</a:t>
            </a:fld>
            <a:endParaRPr lang="en-US"/>
          </a:p>
        </p:txBody>
      </p:sp>
      <p:sp>
        <p:nvSpPr>
          <p:cNvPr id="4" name="Footer Placeholder 3">
            <a:extLst>
              <a:ext uri="{FF2B5EF4-FFF2-40B4-BE49-F238E27FC236}">
                <a16:creationId xmlns:a16="http://schemas.microsoft.com/office/drawing/2014/main" id="{8E272BB4-C8D8-4F74-9677-5AC979932A7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96B49B8-779F-4492-ABD9-96F0D042AC41}"/>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239203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B976BF-9339-48D6-881A-280D15492E05}"/>
              </a:ext>
            </a:extLst>
          </p:cNvPr>
          <p:cNvSpPr>
            <a:spLocks noGrp="1"/>
          </p:cNvSpPr>
          <p:nvPr>
            <p:ph type="dt" sz="half" idx="10"/>
          </p:nvPr>
        </p:nvSpPr>
        <p:spPr/>
        <p:txBody>
          <a:bodyPr/>
          <a:lstStyle/>
          <a:p>
            <a:fld id="{E9412331-4A9C-472F-A7FA-968157338839}" type="datetime1">
              <a:rPr lang="en-US" smtClean="0"/>
              <a:t>2/13/2025</a:t>
            </a:fld>
            <a:endParaRPr lang="en-US"/>
          </a:p>
        </p:txBody>
      </p:sp>
      <p:sp>
        <p:nvSpPr>
          <p:cNvPr id="3" name="Footer Placeholder 2">
            <a:extLst>
              <a:ext uri="{FF2B5EF4-FFF2-40B4-BE49-F238E27FC236}">
                <a16:creationId xmlns:a16="http://schemas.microsoft.com/office/drawing/2014/main" id="{45277605-C9C8-432E-9662-D7D410B151D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22432B6-4A12-46EF-98A7-B5D50BD516F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889341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191C-AF68-4230-A7B2-F8F07B486EDC}"/>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8F9F11-5FCF-4D7E-BA51-38CB84277DC9}"/>
              </a:ext>
            </a:extLst>
          </p:cNvPr>
          <p:cNvSpPr>
            <a:spLocks noGrp="1"/>
          </p:cNvSpPr>
          <p:nvPr>
            <p:ph idx="1"/>
          </p:nvPr>
        </p:nvSpPr>
        <p:spPr>
          <a:xfrm>
            <a:off x="6653182" y="987423"/>
            <a:ext cx="5020948"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3B519B-06C0-41BC-95FB-FB1FE436375E}"/>
              </a:ext>
            </a:extLst>
          </p:cNvPr>
          <p:cNvSpPr>
            <a:spLocks noGrp="1"/>
          </p:cNvSpPr>
          <p:nvPr>
            <p:ph type="body" sz="half" idx="2"/>
          </p:nvPr>
        </p:nvSpPr>
        <p:spPr>
          <a:xfrm>
            <a:off x="517870" y="3361038"/>
            <a:ext cx="5020948" cy="2507949"/>
          </a:xfrm>
        </p:spPr>
        <p:txBody>
          <a:bodyPr>
            <a:normAutofit/>
          </a:bodyPr>
          <a:lstStyle>
            <a:lvl1pPr marL="0" indent="0">
              <a:buNone/>
              <a:defRPr sz="24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B8B70C-015C-4832-AFF6-D033E022746B}"/>
              </a:ext>
            </a:extLst>
          </p:cNvPr>
          <p:cNvSpPr>
            <a:spLocks noGrp="1"/>
          </p:cNvSpPr>
          <p:nvPr>
            <p:ph type="dt" sz="half" idx="10"/>
          </p:nvPr>
        </p:nvSpPr>
        <p:spPr/>
        <p:txBody>
          <a:bodyPr/>
          <a:lstStyle/>
          <a:p>
            <a:fld id="{A2197F3D-ED52-43FD-A26D-318B71534485}" type="datetime1">
              <a:rPr lang="en-US" smtClean="0"/>
              <a:t>2/13/2025</a:t>
            </a:fld>
            <a:endParaRPr lang="en-US"/>
          </a:p>
        </p:txBody>
      </p:sp>
      <p:sp>
        <p:nvSpPr>
          <p:cNvPr id="6" name="Footer Placeholder 5">
            <a:extLst>
              <a:ext uri="{FF2B5EF4-FFF2-40B4-BE49-F238E27FC236}">
                <a16:creationId xmlns:a16="http://schemas.microsoft.com/office/drawing/2014/main" id="{BEF1A6FB-8C14-46D1-90A5-0FF11DE7863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782C585-6FA1-4E94-9C1C-A1DEDE55108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073079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98B43-D1CE-43F4-A367-EF1FE9688913}"/>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2B73978-8CDF-4C0E-ABA1-7291A0347362}"/>
              </a:ext>
            </a:extLst>
          </p:cNvPr>
          <p:cNvSpPr>
            <a:spLocks noGrp="1"/>
          </p:cNvSpPr>
          <p:nvPr>
            <p:ph type="pic" idx="1"/>
          </p:nvPr>
        </p:nvSpPr>
        <p:spPr>
          <a:xfrm>
            <a:off x="6662168" y="987425"/>
            <a:ext cx="502700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5BECC62-ED45-451E-BEC5-A03C6A554D26}"/>
              </a:ext>
            </a:extLst>
          </p:cNvPr>
          <p:cNvSpPr>
            <a:spLocks noGrp="1"/>
          </p:cNvSpPr>
          <p:nvPr>
            <p:ph type="body" sz="half" idx="2"/>
          </p:nvPr>
        </p:nvSpPr>
        <p:spPr>
          <a:xfrm>
            <a:off x="517870" y="3340442"/>
            <a:ext cx="5020948" cy="2528545"/>
          </a:xfrm>
        </p:spPr>
        <p:txBody>
          <a:bodyPr>
            <a:normAutofit/>
          </a:bodyPr>
          <a:lstStyle>
            <a:lvl1pPr marL="0" indent="0">
              <a:buNone/>
              <a:defRPr sz="22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1A7A86-B983-4315-9312-936B4FCF75FE}"/>
              </a:ext>
            </a:extLst>
          </p:cNvPr>
          <p:cNvSpPr>
            <a:spLocks noGrp="1"/>
          </p:cNvSpPr>
          <p:nvPr>
            <p:ph type="dt" sz="half" idx="10"/>
          </p:nvPr>
        </p:nvSpPr>
        <p:spPr/>
        <p:txBody>
          <a:bodyPr/>
          <a:lstStyle/>
          <a:p>
            <a:fld id="{3D291FA4-6264-4BB8-B3B5-77711EED2D82}" type="datetime1">
              <a:rPr lang="en-US" smtClean="0"/>
              <a:t>2/13/2025</a:t>
            </a:fld>
            <a:endParaRPr lang="en-US"/>
          </a:p>
        </p:txBody>
      </p:sp>
      <p:sp>
        <p:nvSpPr>
          <p:cNvPr id="6" name="Footer Placeholder 5">
            <a:extLst>
              <a:ext uri="{FF2B5EF4-FFF2-40B4-BE49-F238E27FC236}">
                <a16:creationId xmlns:a16="http://schemas.microsoft.com/office/drawing/2014/main" id="{1E2E88C0-25A5-46F9-AB35-EAD50E6B913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A0F9EA8-45AD-478E-8606-9328245BC8A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269180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6B8E-1D8E-4105-9BBB-D53AD24B738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3825530-6629-4FEA-9670-EB21A2F5BA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64C7A-A73F-46F5-BC33-696671DAEEE7}"/>
              </a:ext>
            </a:extLst>
          </p:cNvPr>
          <p:cNvSpPr>
            <a:spLocks noGrp="1"/>
          </p:cNvSpPr>
          <p:nvPr>
            <p:ph type="dt" sz="half" idx="10"/>
          </p:nvPr>
        </p:nvSpPr>
        <p:spPr/>
        <p:txBody>
          <a:bodyPr/>
          <a:lstStyle/>
          <a:p>
            <a:fld id="{6DFDF398-5DA3-4937-BE3F-7CA1B9158252}" type="datetime1">
              <a:rPr lang="en-US" smtClean="0"/>
              <a:t>2/13/2025</a:t>
            </a:fld>
            <a:endParaRPr lang="en-US"/>
          </a:p>
        </p:txBody>
      </p:sp>
      <p:sp>
        <p:nvSpPr>
          <p:cNvPr id="5" name="Footer Placeholder 4">
            <a:extLst>
              <a:ext uri="{FF2B5EF4-FFF2-40B4-BE49-F238E27FC236}">
                <a16:creationId xmlns:a16="http://schemas.microsoft.com/office/drawing/2014/main" id="{512B3CC0-B649-4509-A4B6-DF9D20EFACE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CECCCA-3F2A-46F3-BF45-7C862FF1D752}"/>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366946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50133B-2446-4168-AA17-6538910668FD}"/>
              </a:ext>
            </a:extLst>
          </p:cNvPr>
          <p:cNvSpPr>
            <a:spLocks noGrp="1"/>
          </p:cNvSpPr>
          <p:nvPr>
            <p:ph type="title" orient="vert"/>
          </p:nvPr>
        </p:nvSpPr>
        <p:spPr>
          <a:xfrm>
            <a:off x="6662168" y="996791"/>
            <a:ext cx="5011962" cy="495692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006A9AD-2756-4C51-A958-6756301EB938}"/>
              </a:ext>
            </a:extLst>
          </p:cNvPr>
          <p:cNvSpPr>
            <a:spLocks noGrp="1"/>
          </p:cNvSpPr>
          <p:nvPr>
            <p:ph type="body" orient="vert" idx="1"/>
          </p:nvPr>
        </p:nvSpPr>
        <p:spPr>
          <a:xfrm>
            <a:off x="517870" y="996791"/>
            <a:ext cx="5021183" cy="4956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42995D-CCEA-43AF-973B-8B6B56A567E8}"/>
              </a:ext>
            </a:extLst>
          </p:cNvPr>
          <p:cNvSpPr>
            <a:spLocks noGrp="1"/>
          </p:cNvSpPr>
          <p:nvPr>
            <p:ph type="dt" sz="half" idx="10"/>
          </p:nvPr>
        </p:nvSpPr>
        <p:spPr/>
        <p:txBody>
          <a:bodyPr/>
          <a:lstStyle/>
          <a:p>
            <a:fld id="{8F191ED9-F929-4A92-90F9-3C9C84ABBE83}" type="datetime1">
              <a:rPr lang="en-US" smtClean="0"/>
              <a:t>2/13/2025</a:t>
            </a:fld>
            <a:endParaRPr lang="en-US"/>
          </a:p>
        </p:txBody>
      </p:sp>
      <p:sp>
        <p:nvSpPr>
          <p:cNvPr id="5" name="Footer Placeholder 4">
            <a:extLst>
              <a:ext uri="{FF2B5EF4-FFF2-40B4-BE49-F238E27FC236}">
                <a16:creationId xmlns:a16="http://schemas.microsoft.com/office/drawing/2014/main" id="{2A4029CF-BA62-4CCD-956E-FFA0B37B8A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CE0B3D-96AB-41B3-ABDD-5B0DE863DAF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12" name="Rectangle 11">
            <a:extLst>
              <a:ext uri="{FF2B5EF4-FFF2-40B4-BE49-F238E27FC236}">
                <a16:creationId xmlns:a16="http://schemas.microsoft.com/office/drawing/2014/main" id="{4618136A-0796-46EB-89BB-4C73C0258FE9}"/>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874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Main Messag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475220-32B3-3349-B203-7F0A52EC0AFB}"/>
              </a:ext>
            </a:extLst>
          </p:cNvPr>
          <p:cNvSpPr>
            <a:spLocks noGrp="1"/>
          </p:cNvSpPr>
          <p:nvPr>
            <p:ph idx="1" hasCustomPrompt="1"/>
          </p:nvPr>
        </p:nvSpPr>
        <p:spPr>
          <a:xfrm>
            <a:off x="981071" y="1536700"/>
            <a:ext cx="10239702" cy="4378622"/>
          </a:xfrm>
        </p:spPr>
        <p:txBody>
          <a:bodyPr lIns="0" tIns="0" rIns="0" bIns="0"/>
          <a:lstStyle>
            <a:lvl1pPr>
              <a:defRPr sz="2800">
                <a:latin typeface="Verdana" panose="020B0604030504040204" pitchFamily="34" charset="0"/>
                <a:ea typeface="Verdana" panose="020B0604030504040204" pitchFamily="34" charset="0"/>
                <a:cs typeface="Verdana" panose="020B0604030504040204" pitchFamily="34" charset="0"/>
              </a:defRPr>
            </a:lvl1pPr>
            <a:lvl2pPr>
              <a:defRPr sz="2400">
                <a:latin typeface="Verdana" panose="020B0604030504040204" pitchFamily="34" charset="0"/>
                <a:ea typeface="Verdana" panose="020B0604030504040204" pitchFamily="34" charset="0"/>
                <a:cs typeface="Verdana" panose="020B0604030504040204" pitchFamily="34" charset="0"/>
              </a:defRPr>
            </a:lvl2pPr>
            <a:lvl3pPr>
              <a:defRPr sz="2400">
                <a:latin typeface="Verdana" panose="020B0604030504040204" pitchFamily="34" charset="0"/>
                <a:ea typeface="Verdana" panose="020B0604030504040204" pitchFamily="34" charset="0"/>
                <a:cs typeface="Verdana" panose="020B0604030504040204" pitchFamily="34" charset="0"/>
              </a:defRPr>
            </a:lvl3pPr>
            <a:lvl4pPr>
              <a:defRPr sz="2000">
                <a:latin typeface="Verdana" panose="020B0604030504040204" pitchFamily="34" charset="0"/>
                <a:ea typeface="Verdana" panose="020B0604030504040204" pitchFamily="34" charset="0"/>
                <a:cs typeface="Verdana" panose="020B0604030504040204" pitchFamily="34" charset="0"/>
              </a:defRPr>
            </a:lvl4pPr>
            <a:lvl5pPr>
              <a:defRPr sz="2000">
                <a:latin typeface="Verdana" panose="020B0604030504040204" pitchFamily="34" charset="0"/>
                <a:ea typeface="Verdana" panose="020B0604030504040204" pitchFamily="34" charset="0"/>
                <a:cs typeface="Verdana" panose="020B0604030504040204" pitchFamily="34" charset="0"/>
              </a:defRPr>
            </a:lvl5pPr>
          </a:lstStyle>
          <a:p>
            <a:pPr lvl="0"/>
            <a:r>
              <a:rPr lang="en-US"/>
              <a:t>Main Message </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94AEA824-A1D5-5C47-A90F-BE96F8442C9C}"/>
              </a:ext>
            </a:extLst>
          </p:cNvPr>
          <p:cNvSpPr txBox="1">
            <a:spLocks/>
          </p:cNvSpPr>
          <p:nvPr userDrawn="1"/>
        </p:nvSpPr>
        <p:spPr>
          <a:xfrm>
            <a:off x="838200" y="6540051"/>
            <a:ext cx="10523484" cy="334165"/>
          </a:xfrm>
          <a:prstGeom prst="rect">
            <a:avLst/>
          </a:prstGeom>
        </p:spPr>
        <p:txBody>
          <a:bodyPr/>
          <a:lstStyle/>
          <a:p>
            <a:pPr marL="0" marR="0" indent="0" algn="l" defTabSz="914400" rtl="0" eaLnBrk="1" fontAlgn="auto" latinLnBrk="0" hangingPunct="1">
              <a:lnSpc>
                <a:spcPct val="100000"/>
              </a:lnSpc>
              <a:spcBef>
                <a:spcPts val="0"/>
              </a:spcBef>
              <a:spcAft>
                <a:spcPts val="0"/>
              </a:spcAft>
              <a:buClrTx/>
              <a:buSzTx/>
              <a:buFontTx/>
              <a:buNone/>
              <a:tabLst>
                <a:tab pos="10629900" algn="r"/>
              </a:tabLst>
              <a:defRPr/>
            </a:pPr>
            <a:r>
              <a:rPr lang="en-US" sz="800" kern="1200">
                <a:solidFill>
                  <a:srgbClr val="B2B2B2"/>
                </a:solidFill>
              </a:rPr>
              <a:t>Confidential Information        	 Unauthorized Reproduction/Distribution is Prohibited.</a:t>
            </a:r>
          </a:p>
        </p:txBody>
      </p:sp>
      <p:sp>
        <p:nvSpPr>
          <p:cNvPr id="12" name="Slide Number Placeholder 5">
            <a:extLst>
              <a:ext uri="{FF2B5EF4-FFF2-40B4-BE49-F238E27FC236}">
                <a16:creationId xmlns:a16="http://schemas.microsoft.com/office/drawing/2014/main" id="{362111BB-BF06-1B43-8DCC-716C128B9242}"/>
              </a:ext>
            </a:extLst>
          </p:cNvPr>
          <p:cNvSpPr>
            <a:spLocks noGrp="1"/>
          </p:cNvSpPr>
          <p:nvPr>
            <p:ph type="sldNum" sz="quarter" idx="4"/>
          </p:nvPr>
        </p:nvSpPr>
        <p:spPr>
          <a:xfrm>
            <a:off x="11243868" y="6465739"/>
            <a:ext cx="866478"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013E9973-0DD1-EA40-8A1E-AE68C71DC08C}" type="slidenum">
              <a:rPr lang="en-US" smtClean="0"/>
              <a:pPr/>
              <a:t>‹#›</a:t>
            </a:fld>
            <a:endParaRPr lang="en-US"/>
          </a:p>
        </p:txBody>
      </p:sp>
      <p:sp>
        <p:nvSpPr>
          <p:cNvPr id="13" name="Title 1">
            <a:extLst>
              <a:ext uri="{FF2B5EF4-FFF2-40B4-BE49-F238E27FC236}">
                <a16:creationId xmlns:a16="http://schemas.microsoft.com/office/drawing/2014/main" id="{6064049E-B04A-DC49-AAEA-D790552D81BC}"/>
              </a:ext>
            </a:extLst>
          </p:cNvPr>
          <p:cNvSpPr>
            <a:spLocks noGrp="1"/>
          </p:cNvSpPr>
          <p:nvPr>
            <p:ph type="title"/>
          </p:nvPr>
        </p:nvSpPr>
        <p:spPr>
          <a:xfrm>
            <a:off x="981071" y="537682"/>
            <a:ext cx="10255200" cy="733180"/>
          </a:xfrm>
          <a:prstGeom prst="rect">
            <a:avLst/>
          </a:prstGeom>
        </p:spPr>
        <p:txBody>
          <a:bodyPr lIns="0" tIns="0" rIns="0" bIns="0" anchor="t" anchorCtr="0">
            <a:normAutofit/>
          </a:bodyPr>
          <a:lstStyle>
            <a:lvl1pPr>
              <a:lnSpc>
                <a:spcPts val="3800"/>
              </a:lnSpc>
              <a:defRPr sz="3600" b="1">
                <a:latin typeface="Verdana" panose="020B0604030504040204" pitchFamily="34" charset="0"/>
                <a:ea typeface="Verdana" panose="020B0604030504040204" pitchFamily="34" charset="0"/>
                <a:cs typeface="Verdana" panose="020B0604030504040204" pitchFamily="34" charset="0"/>
              </a:defRPr>
            </a:lvl1pPr>
          </a:lstStyle>
          <a:p>
            <a:endParaRPr lang="en-US"/>
          </a:p>
        </p:txBody>
      </p:sp>
      <p:pic>
        <p:nvPicPr>
          <p:cNvPr id="14" name="Picture 13">
            <a:extLst>
              <a:ext uri="{FF2B5EF4-FFF2-40B4-BE49-F238E27FC236}">
                <a16:creationId xmlns:a16="http://schemas.microsoft.com/office/drawing/2014/main" id="{D426DAF1-A891-4265-BD48-2ACDE2B47836}"/>
              </a:ext>
            </a:extLst>
          </p:cNvPr>
          <p:cNvPicPr>
            <a:picLocks noChangeAspect="1"/>
          </p:cNvPicPr>
          <p:nvPr userDrawn="1"/>
        </p:nvPicPr>
        <p:blipFill>
          <a:blip r:embed="rId2"/>
          <a:stretch>
            <a:fillRect/>
          </a:stretch>
        </p:blipFill>
        <p:spPr>
          <a:xfrm>
            <a:off x="9623948" y="6068881"/>
            <a:ext cx="1615294" cy="352483"/>
          </a:xfrm>
          <a:prstGeom prst="rect">
            <a:avLst/>
          </a:prstGeom>
        </p:spPr>
      </p:pic>
      <p:cxnSp>
        <p:nvCxnSpPr>
          <p:cNvPr id="15" name="Straight Connector 14">
            <a:extLst>
              <a:ext uri="{FF2B5EF4-FFF2-40B4-BE49-F238E27FC236}">
                <a16:creationId xmlns:a16="http://schemas.microsoft.com/office/drawing/2014/main" id="{5FAFB453-BACB-462B-9EE8-F04222360051}"/>
              </a:ext>
            </a:extLst>
          </p:cNvPr>
          <p:cNvCxnSpPr>
            <a:cxnSpLocks/>
          </p:cNvCxnSpPr>
          <p:nvPr userDrawn="1"/>
        </p:nvCxnSpPr>
        <p:spPr>
          <a:xfrm>
            <a:off x="9487723" y="6045200"/>
            <a:ext cx="0" cy="423917"/>
          </a:xfrm>
          <a:prstGeom prst="line">
            <a:avLst/>
          </a:prstGeom>
          <a:ln>
            <a:solidFill>
              <a:schemeClr val="tx1"/>
            </a:solidFill>
          </a:ln>
          <a:effectLst/>
        </p:spPr>
        <p:style>
          <a:lnRef idx="1">
            <a:schemeClr val="accent1"/>
          </a:lnRef>
          <a:fillRef idx="0">
            <a:schemeClr val="accent1"/>
          </a:fillRef>
          <a:effectRef idx="0">
            <a:schemeClr val="accent1"/>
          </a:effectRef>
          <a:fontRef idx="minor">
            <a:schemeClr val="tx1"/>
          </a:fontRef>
        </p:style>
      </p:cxnSp>
      <p:pic>
        <p:nvPicPr>
          <p:cNvPr id="16" name="Picture 15" descr="A close up of a logo&#10;&#10;Description automatically generated">
            <a:extLst>
              <a:ext uri="{FF2B5EF4-FFF2-40B4-BE49-F238E27FC236}">
                <a16:creationId xmlns:a16="http://schemas.microsoft.com/office/drawing/2014/main" id="{15B25FC2-B8CD-42D9-B38E-951FE37AD3B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8190" t="20061" r="9052" b="18713"/>
          <a:stretch/>
        </p:blipFill>
        <p:spPr>
          <a:xfrm>
            <a:off x="8060799" y="6041293"/>
            <a:ext cx="1321404" cy="431730"/>
          </a:xfrm>
          <a:prstGeom prst="rect">
            <a:avLst/>
          </a:prstGeom>
        </p:spPr>
      </p:pic>
    </p:spTree>
    <p:extLst>
      <p:ext uri="{BB962C8B-B14F-4D97-AF65-F5344CB8AC3E}">
        <p14:creationId xmlns:p14="http://schemas.microsoft.com/office/powerpoint/2010/main" val="9752891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Subtitle and Content - K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F60C2-9B0F-42B5-A421-6FCAB4C6BF12}"/>
              </a:ext>
            </a:extLst>
          </p:cNvPr>
          <p:cNvSpPr>
            <a:spLocks noGrp="1"/>
          </p:cNvSpPr>
          <p:nvPr>
            <p:ph type="title"/>
          </p:nvPr>
        </p:nvSpPr>
        <p:spPr>
          <a:xfrm>
            <a:off x="838200" y="172994"/>
            <a:ext cx="10515600" cy="422429"/>
          </a:xfrm>
        </p:spPr>
        <p:txBody>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DEF7B677-5FDE-4228-8E7A-CF5339F68F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7E4A1577-7C3A-4E4D-824F-06802847B9D1}"/>
              </a:ext>
            </a:extLst>
          </p:cNvPr>
          <p:cNvSpPr>
            <a:spLocks noGrp="1"/>
          </p:cNvSpPr>
          <p:nvPr>
            <p:ph sz="quarter" idx="13" hasCustomPrompt="1"/>
          </p:nvPr>
        </p:nvSpPr>
        <p:spPr>
          <a:xfrm>
            <a:off x="838199" y="635335"/>
            <a:ext cx="10602434" cy="422429"/>
          </a:xfrm>
        </p:spPr>
        <p:txBody>
          <a:bodyPr/>
          <a:lstStyle>
            <a:lvl1pPr marL="0" indent="0">
              <a:buNone/>
              <a:defRPr b="1">
                <a:solidFill>
                  <a:srgbClr val="0099D8"/>
                </a:solidFill>
              </a:defRPr>
            </a:lvl1pPr>
          </a:lstStyle>
          <a:p>
            <a:pPr lvl="0"/>
            <a:r>
              <a:rPr lang="en-US"/>
              <a:t>Subtitle goes here</a:t>
            </a:r>
          </a:p>
        </p:txBody>
      </p:sp>
      <p:sp>
        <p:nvSpPr>
          <p:cNvPr id="16" name="Rectangle 15">
            <a:extLst>
              <a:ext uri="{FF2B5EF4-FFF2-40B4-BE49-F238E27FC236}">
                <a16:creationId xmlns:a16="http://schemas.microsoft.com/office/drawing/2014/main" id="{6BE83131-2F67-4480-8044-30061FAD84F4}"/>
              </a:ext>
            </a:extLst>
          </p:cNvPr>
          <p:cNvSpPr/>
          <p:nvPr userDrawn="1"/>
        </p:nvSpPr>
        <p:spPr>
          <a:xfrm>
            <a:off x="11570469" y="6489758"/>
            <a:ext cx="621531" cy="523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descr="Text&#10;&#10;Description automatically generated">
            <a:extLst>
              <a:ext uri="{FF2B5EF4-FFF2-40B4-BE49-F238E27FC236}">
                <a16:creationId xmlns:a16="http://schemas.microsoft.com/office/drawing/2014/main" id="{4D88B841-DFB9-44A6-88CE-DEB72F39F3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56164" y="6302329"/>
            <a:ext cx="957171" cy="295755"/>
          </a:xfrm>
          <a:prstGeom prst="rect">
            <a:avLst/>
          </a:prstGeom>
        </p:spPr>
      </p:pic>
      <p:pic>
        <p:nvPicPr>
          <p:cNvPr id="19" name="Picture 18" descr="A picture containing text&#10;&#10;Description automatically generated">
            <a:extLst>
              <a:ext uri="{FF2B5EF4-FFF2-40B4-BE49-F238E27FC236}">
                <a16:creationId xmlns:a16="http://schemas.microsoft.com/office/drawing/2014/main" id="{94ACB72A-BAD1-4110-AC2F-9E1DE06FB92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441" y="6245776"/>
            <a:ext cx="1030778" cy="455216"/>
          </a:xfrm>
          <a:prstGeom prst="rect">
            <a:avLst/>
          </a:prstGeom>
        </p:spPr>
      </p:pic>
      <p:sp>
        <p:nvSpPr>
          <p:cNvPr id="20" name="Text Box 6">
            <a:extLst>
              <a:ext uri="{FF2B5EF4-FFF2-40B4-BE49-F238E27FC236}">
                <a16:creationId xmlns:a16="http://schemas.microsoft.com/office/drawing/2014/main" id="{50D763F8-907D-4E43-B9D1-946164D425DD}"/>
              </a:ext>
            </a:extLst>
          </p:cNvPr>
          <p:cNvSpPr txBox="1">
            <a:spLocks noChangeArrowheads="1"/>
          </p:cNvSpPr>
          <p:nvPr userDrawn="1"/>
        </p:nvSpPr>
        <p:spPr bwMode="auto">
          <a:xfrm>
            <a:off x="2268857" y="6601313"/>
            <a:ext cx="7654287" cy="1846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600" b="0" i="1" u="none" strike="noStrike" kern="1200" cap="none" spc="0" normalizeH="0" baseline="0" noProof="0" dirty="0">
                <a:ln>
                  <a:noFill/>
                </a:ln>
                <a:solidFill>
                  <a:schemeClr val="tx1"/>
                </a:solidFill>
                <a:effectLst/>
                <a:uLnTx/>
                <a:uFillTx/>
                <a:latin typeface="Arial" charset="0"/>
                <a:ea typeface="+mn-ea"/>
                <a:cs typeface="Arial" charset="0"/>
              </a:rPr>
              <a:t>Confidential and proprietary information of Koch Industries, Inc. Do not copy without receipt of express written permission.</a:t>
            </a:r>
          </a:p>
        </p:txBody>
      </p:sp>
      <p:sp>
        <p:nvSpPr>
          <p:cNvPr id="21" name="Date Placeholder 6">
            <a:extLst>
              <a:ext uri="{FF2B5EF4-FFF2-40B4-BE49-F238E27FC236}">
                <a16:creationId xmlns:a16="http://schemas.microsoft.com/office/drawing/2014/main" id="{33BDECCA-FF5A-4AD9-9C52-233576F6AA5E}"/>
              </a:ext>
            </a:extLst>
          </p:cNvPr>
          <p:cNvSpPr>
            <a:spLocks noGrp="1"/>
          </p:cNvSpPr>
          <p:nvPr>
            <p:ph type="dt" sz="half" idx="14"/>
          </p:nvPr>
        </p:nvSpPr>
        <p:spPr>
          <a:xfrm>
            <a:off x="0" y="6191308"/>
            <a:ext cx="2743200" cy="365125"/>
          </a:xfrm>
        </p:spPr>
        <p:txBody>
          <a:bodyPr/>
          <a:lstStyle>
            <a:lvl1pPr>
              <a:defRPr>
                <a:solidFill>
                  <a:schemeClr val="tx1"/>
                </a:solidFill>
              </a:defRPr>
            </a:lvl1pPr>
          </a:lstStyle>
          <a:p>
            <a:fld id="{BE3548CC-0CE8-4965-AA96-81450F29911B}" type="datetime1">
              <a:rPr lang="en-US" smtClean="0"/>
              <a:t>2/13/2025</a:t>
            </a:fld>
            <a:endParaRPr lang="en-US" dirty="0"/>
          </a:p>
        </p:txBody>
      </p:sp>
      <p:sp>
        <p:nvSpPr>
          <p:cNvPr id="22" name="Footer Placeholder 12">
            <a:extLst>
              <a:ext uri="{FF2B5EF4-FFF2-40B4-BE49-F238E27FC236}">
                <a16:creationId xmlns:a16="http://schemas.microsoft.com/office/drawing/2014/main" id="{37F6066B-A732-49CF-8B92-529C492E6CB4}"/>
              </a:ext>
            </a:extLst>
          </p:cNvPr>
          <p:cNvSpPr>
            <a:spLocks noGrp="1"/>
          </p:cNvSpPr>
          <p:nvPr>
            <p:ph type="ftr" sz="quarter" idx="15"/>
          </p:nvPr>
        </p:nvSpPr>
        <p:spPr>
          <a:xfrm>
            <a:off x="4038600" y="6191308"/>
            <a:ext cx="4114800" cy="365125"/>
          </a:xfrm>
        </p:spPr>
        <p:txBody>
          <a:bodyPr/>
          <a:lstStyle>
            <a:lvl1pPr>
              <a:defRPr>
                <a:solidFill>
                  <a:schemeClr val="tx1"/>
                </a:solidFill>
              </a:defRPr>
            </a:lvl1pPr>
          </a:lstStyle>
          <a:p>
            <a:endParaRPr lang="en-US" dirty="0"/>
          </a:p>
        </p:txBody>
      </p:sp>
      <p:sp>
        <p:nvSpPr>
          <p:cNvPr id="30" name="Rectangle 29">
            <a:extLst>
              <a:ext uri="{FF2B5EF4-FFF2-40B4-BE49-F238E27FC236}">
                <a16:creationId xmlns:a16="http://schemas.microsoft.com/office/drawing/2014/main" id="{A81FCA55-C9E1-468A-B369-56C1BBE39791}"/>
              </a:ext>
            </a:extLst>
          </p:cNvPr>
          <p:cNvSpPr/>
          <p:nvPr userDrawn="1"/>
        </p:nvSpPr>
        <p:spPr>
          <a:xfrm>
            <a:off x="1836420" y="6489758"/>
            <a:ext cx="8449296" cy="523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00ACDE4A-D5CE-481D-9301-CD2BF8D7978C}"/>
              </a:ext>
            </a:extLst>
          </p:cNvPr>
          <p:cNvSpPr/>
          <p:nvPr userDrawn="1"/>
        </p:nvSpPr>
        <p:spPr>
          <a:xfrm>
            <a:off x="0" y="6489758"/>
            <a:ext cx="731520" cy="523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Slide Number Placeholder 16">
            <a:extLst>
              <a:ext uri="{FF2B5EF4-FFF2-40B4-BE49-F238E27FC236}">
                <a16:creationId xmlns:a16="http://schemas.microsoft.com/office/drawing/2014/main" id="{DC9FA7CF-38EE-4952-B11B-F37395703F55}"/>
              </a:ext>
            </a:extLst>
          </p:cNvPr>
          <p:cNvSpPr>
            <a:spLocks noGrp="1"/>
          </p:cNvSpPr>
          <p:nvPr>
            <p:ph type="sldNum" sz="quarter" idx="16"/>
          </p:nvPr>
        </p:nvSpPr>
        <p:spPr>
          <a:xfrm>
            <a:off x="9258300" y="6198910"/>
            <a:ext cx="2743200" cy="365125"/>
          </a:xfrm>
        </p:spPr>
        <p:txBody>
          <a:bodyPr/>
          <a:lstStyle>
            <a:lvl1pPr>
              <a:defRPr>
                <a:solidFill>
                  <a:schemeClr val="tx1"/>
                </a:solidFill>
              </a:defRPr>
            </a:lvl1pPr>
          </a:lstStyle>
          <a:p>
            <a:fld id="{3C858ECB-889D-4FE2-B6DD-32FD9A40342C}" type="slidenum">
              <a:rPr lang="en-US" smtClean="0"/>
              <a:pPr/>
              <a:t>‹#›</a:t>
            </a:fld>
            <a:endParaRPr lang="en-US" dirty="0"/>
          </a:p>
        </p:txBody>
      </p:sp>
    </p:spTree>
    <p:extLst>
      <p:ext uri="{BB962C8B-B14F-4D97-AF65-F5344CB8AC3E}">
        <p14:creationId xmlns:p14="http://schemas.microsoft.com/office/powerpoint/2010/main" val="2694878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61AD20-E240-4E6F-AF91-689F7AEEE33A}"/>
              </a:ext>
            </a:extLst>
          </p:cNvPr>
          <p:cNvSpPr>
            <a:spLocks noGrp="1"/>
          </p:cNvSpPr>
          <p:nvPr>
            <p:ph type="title"/>
          </p:nvPr>
        </p:nvSpPr>
        <p:spPr>
          <a:xfrm>
            <a:off x="517870" y="978408"/>
            <a:ext cx="5021182" cy="487045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2E78801-35D1-4C19-BC2B-EAC7EE917E73}"/>
              </a:ext>
            </a:extLst>
          </p:cNvPr>
          <p:cNvSpPr>
            <a:spLocks noGrp="1"/>
          </p:cNvSpPr>
          <p:nvPr>
            <p:ph type="body" idx="1"/>
          </p:nvPr>
        </p:nvSpPr>
        <p:spPr>
          <a:xfrm>
            <a:off x="6662168" y="969264"/>
            <a:ext cx="5021182" cy="48704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1282A45-C5B9-4575-8E28-A35767B4D71C}"/>
              </a:ext>
            </a:extLst>
          </p:cNvPr>
          <p:cNvSpPr>
            <a:spLocks noGrp="1"/>
          </p:cNvSpPr>
          <p:nvPr>
            <p:ph type="dt" sz="half" idx="2"/>
          </p:nvPr>
        </p:nvSpPr>
        <p:spPr>
          <a:xfrm>
            <a:off x="517870" y="6420414"/>
            <a:ext cx="2743200" cy="365125"/>
          </a:xfrm>
          <a:prstGeom prst="rect">
            <a:avLst/>
          </a:prstGeom>
        </p:spPr>
        <p:txBody>
          <a:bodyPr vert="horz" lIns="91440" tIns="45720" rIns="91440" bIns="45720" rtlCol="0" anchor="ctr"/>
          <a:lstStyle>
            <a:lvl1pPr algn="l">
              <a:defRPr sz="900">
                <a:solidFill>
                  <a:schemeClr val="tx1"/>
                </a:solidFill>
              </a:defRPr>
            </a:lvl1pPr>
          </a:lstStyle>
          <a:p>
            <a:fld id="{E7F6A1D9-D323-4F4E-8655-25E2D32CE742}" type="datetime1">
              <a:rPr lang="en-US" smtClean="0"/>
              <a:t>2/13/2025</a:t>
            </a:fld>
            <a:endParaRPr lang="en-US"/>
          </a:p>
        </p:txBody>
      </p:sp>
      <p:sp>
        <p:nvSpPr>
          <p:cNvPr id="5" name="Footer Placeholder 4">
            <a:extLst>
              <a:ext uri="{FF2B5EF4-FFF2-40B4-BE49-F238E27FC236}">
                <a16:creationId xmlns:a16="http://schemas.microsoft.com/office/drawing/2014/main" id="{2E9D0933-AA03-4018-8E37-004CFB9F61D6}"/>
              </a:ext>
            </a:extLst>
          </p:cNvPr>
          <p:cNvSpPr>
            <a:spLocks noGrp="1"/>
          </p:cNvSpPr>
          <p:nvPr>
            <p:ph type="ftr" sz="quarter" idx="3"/>
          </p:nvPr>
        </p:nvSpPr>
        <p:spPr>
          <a:xfrm>
            <a:off x="517870" y="97713"/>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F282A-DF4A-4A2D-9672-8F0F770A3F1A}"/>
              </a:ext>
            </a:extLst>
          </p:cNvPr>
          <p:cNvSpPr>
            <a:spLocks noGrp="1"/>
          </p:cNvSpPr>
          <p:nvPr>
            <p:ph type="sldNum" sz="quarter" idx="4"/>
          </p:nvPr>
        </p:nvSpPr>
        <p:spPr>
          <a:xfrm>
            <a:off x="11454317" y="6420414"/>
            <a:ext cx="637909" cy="365125"/>
          </a:xfrm>
          <a:prstGeom prst="rect">
            <a:avLst/>
          </a:prstGeom>
        </p:spPr>
        <p:txBody>
          <a:bodyPr vert="horz" lIns="91440" tIns="45720" rIns="91440" bIns="45720" rtlCol="0" anchor="ctr"/>
          <a:lstStyle>
            <a:lvl1pPr algn="r">
              <a:defRPr sz="900">
                <a:solidFill>
                  <a:schemeClr val="tx1"/>
                </a:solidFill>
              </a:defRPr>
            </a:lvl1pPr>
          </a:lstStyle>
          <a:p>
            <a:fld id="{DFDF98CC-160E-494C-8C3C-8CDC5FA257DE}" type="slidenum">
              <a:rPr lang="en-US" smtClean="0"/>
              <a:pPr/>
              <a:t>‹#›</a:t>
            </a:fld>
            <a:endParaRPr lang="en-US" dirty="0"/>
          </a:p>
        </p:txBody>
      </p:sp>
      <p:sp>
        <p:nvSpPr>
          <p:cNvPr id="14" name="Rectangle 13">
            <a:extLst>
              <a:ext uri="{FF2B5EF4-FFF2-40B4-BE49-F238E27FC236}">
                <a16:creationId xmlns:a16="http://schemas.microsoft.com/office/drawing/2014/main" id="{ADE57300-C7FF-4578-99A0-42B0295B123C}"/>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B8F8250-7A81-4A19-87AD-FFB2CE4E39A5}"/>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9F38FC-2DEA-2647-C409-EF75720C1017}"/>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25913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Lst>
  <p:hf sldNum="0" hdr="0" ftr="0" dt="0"/>
  <p:txStyles>
    <p:title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74320" indent="-27432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27432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548640" indent="-27432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54864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6.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diagramLayout" Target="../diagrams/layout4.xml"/><Relationship Id="rId18" Type="http://schemas.openxmlformats.org/officeDocument/2006/relationships/diagramLayout" Target="../diagrams/layout5.xml"/><Relationship Id="rId3" Type="http://schemas.openxmlformats.org/officeDocument/2006/relationships/diagramData" Target="../diagrams/data3.xml"/><Relationship Id="rId21" Type="http://schemas.microsoft.com/office/2007/relationships/diagramDrawing" Target="../diagrams/drawing5.xml"/><Relationship Id="rId7" Type="http://schemas.microsoft.com/office/2007/relationships/diagramDrawing" Target="../diagrams/drawing3.xml"/><Relationship Id="rId12" Type="http://schemas.openxmlformats.org/officeDocument/2006/relationships/diagramData" Target="../diagrams/data4.xml"/><Relationship Id="rId17" Type="http://schemas.openxmlformats.org/officeDocument/2006/relationships/diagramData" Target="../diagrams/data5.xml"/><Relationship Id="rId2" Type="http://schemas.openxmlformats.org/officeDocument/2006/relationships/notesSlide" Target="../notesSlides/notesSlide5.xml"/><Relationship Id="rId16" Type="http://schemas.microsoft.com/office/2007/relationships/diagramDrawing" Target="../diagrams/drawing4.xml"/><Relationship Id="rId20" Type="http://schemas.openxmlformats.org/officeDocument/2006/relationships/diagramColors" Target="../diagrams/colors5.xml"/><Relationship Id="rId1" Type="http://schemas.openxmlformats.org/officeDocument/2006/relationships/slideLayout" Target="../slideLayouts/slideLayout13.xml"/><Relationship Id="rId6" Type="http://schemas.openxmlformats.org/officeDocument/2006/relationships/diagramColors" Target="../diagrams/colors3.xml"/><Relationship Id="rId11" Type="http://schemas.openxmlformats.org/officeDocument/2006/relationships/image" Target="../media/image16.png"/><Relationship Id="rId5" Type="http://schemas.openxmlformats.org/officeDocument/2006/relationships/diagramQuickStyle" Target="../diagrams/quickStyle3.xml"/><Relationship Id="rId15" Type="http://schemas.openxmlformats.org/officeDocument/2006/relationships/diagramColors" Target="../diagrams/colors4.xml"/><Relationship Id="rId10" Type="http://schemas.openxmlformats.org/officeDocument/2006/relationships/image" Target="../media/image15.png"/><Relationship Id="rId19" Type="http://schemas.openxmlformats.org/officeDocument/2006/relationships/diagramQuickStyle" Target="../diagrams/quickStyle5.xml"/><Relationship Id="rId4" Type="http://schemas.openxmlformats.org/officeDocument/2006/relationships/diagramLayout" Target="../diagrams/layout3.xml"/><Relationship Id="rId9" Type="http://schemas.openxmlformats.org/officeDocument/2006/relationships/image" Target="../media/image14.png"/><Relationship Id="rId1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hyperlink" Target="file:///C:\Users\CHAUBEYD\Downloads\SensorBuddy.drawio.sv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3" Type="http://schemas.openxmlformats.org/officeDocument/2006/relationships/image" Target="../media/image24.png"/><Relationship Id="rId18" Type="http://schemas.openxmlformats.org/officeDocument/2006/relationships/image" Target="../media/image27.svg"/><Relationship Id="rId3" Type="http://schemas.openxmlformats.org/officeDocument/2006/relationships/image" Target="../media/image22.png"/><Relationship Id="rId21" Type="http://schemas.openxmlformats.org/officeDocument/2006/relationships/image" Target="../media/image30.png"/><Relationship Id="rId12" Type="http://schemas.openxmlformats.org/officeDocument/2006/relationships/image" Target="../media/image38.png"/><Relationship Id="rId17" Type="http://schemas.openxmlformats.org/officeDocument/2006/relationships/image" Target="../media/image26.png"/><Relationship Id="rId2" Type="http://schemas.openxmlformats.org/officeDocument/2006/relationships/notesSlide" Target="../notesSlides/notesSlide10.xml"/><Relationship Id="rId16" Type="http://schemas.openxmlformats.org/officeDocument/2006/relationships/image" Target="../media/image25.png"/><Relationship Id="rId20" Type="http://schemas.openxmlformats.org/officeDocument/2006/relationships/image" Target="../media/image29.svg"/><Relationship Id="rId1" Type="http://schemas.openxmlformats.org/officeDocument/2006/relationships/slideLayout" Target="../slideLayouts/slideLayout12.xml"/><Relationship Id="rId24" Type="http://schemas.openxmlformats.org/officeDocument/2006/relationships/image" Target="../media/image33.svg"/><Relationship Id="rId5" Type="http://schemas.openxmlformats.org/officeDocument/2006/relationships/image" Target="../media/image23.png"/><Relationship Id="rId15" Type="http://schemas.openxmlformats.org/officeDocument/2006/relationships/image" Target="../media/image25.png"/><Relationship Id="rId23" Type="http://schemas.openxmlformats.org/officeDocument/2006/relationships/image" Target="../media/image32.png"/><Relationship Id="rId19" Type="http://schemas.openxmlformats.org/officeDocument/2006/relationships/image" Target="../media/image28.png"/><Relationship Id="rId4" Type="http://schemas.openxmlformats.org/officeDocument/2006/relationships/image" Target="../media/image22.png"/><Relationship Id="rId14" Type="http://schemas.openxmlformats.org/officeDocument/2006/relationships/image" Target="../media/image390.png"/><Relationship Id="rId22" Type="http://schemas.openxmlformats.org/officeDocument/2006/relationships/image" Target="../media/image31.svg"/></Relationships>
</file>

<file path=ppt/slides/_rels/slide1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4.png"/><Relationship Id="rId7"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image" Target="../media/image13.png"/><Relationship Id="rId7" Type="http://schemas.openxmlformats.org/officeDocument/2006/relationships/diagramData" Target="../diagrams/data6.xml"/><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6.png"/><Relationship Id="rId11" Type="http://schemas.microsoft.com/office/2007/relationships/diagramDrawing" Target="../diagrams/drawing6.xml"/><Relationship Id="rId5" Type="http://schemas.openxmlformats.org/officeDocument/2006/relationships/image" Target="../media/image15.png"/><Relationship Id="rId10" Type="http://schemas.openxmlformats.org/officeDocument/2006/relationships/diagramColors" Target="../diagrams/colors6.xml"/><Relationship Id="rId4" Type="http://schemas.openxmlformats.org/officeDocument/2006/relationships/image" Target="../media/image14.png"/><Relationship Id="rId9"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Computer script on a screen">
            <a:extLst>
              <a:ext uri="{FF2B5EF4-FFF2-40B4-BE49-F238E27FC236}">
                <a16:creationId xmlns:a16="http://schemas.microsoft.com/office/drawing/2014/main" id="{51B4FF06-F63E-4959-9A05-65BE2147C63B}"/>
              </a:ext>
            </a:extLst>
          </p:cNvPr>
          <p:cNvPicPr>
            <a:picLocks noChangeAspect="1"/>
          </p:cNvPicPr>
          <p:nvPr/>
        </p:nvPicPr>
        <p:blipFill>
          <a:blip r:embed="rId3">
            <a:alphaModFix amt="40000"/>
          </a:blip>
          <a:srcRect t="7695" b="8035"/>
          <a:stretch/>
        </p:blipFill>
        <p:spPr>
          <a:xfrm>
            <a:off x="-2" y="-4"/>
            <a:ext cx="12192001" cy="6858001"/>
          </a:xfrm>
          <a:prstGeom prst="rect">
            <a:avLst/>
          </a:prstGeom>
        </p:spPr>
      </p:pic>
      <p:sp>
        <p:nvSpPr>
          <p:cNvPr id="2" name="Title 1">
            <a:extLst>
              <a:ext uri="{FF2B5EF4-FFF2-40B4-BE49-F238E27FC236}">
                <a16:creationId xmlns:a16="http://schemas.microsoft.com/office/drawing/2014/main" id="{20748BC4-0C75-19C0-EF32-2822D56FEC71}"/>
              </a:ext>
            </a:extLst>
          </p:cNvPr>
          <p:cNvSpPr>
            <a:spLocks noGrp="1"/>
          </p:cNvSpPr>
          <p:nvPr>
            <p:ph type="ctrTitle"/>
          </p:nvPr>
        </p:nvSpPr>
        <p:spPr>
          <a:xfrm>
            <a:off x="461732" y="910467"/>
            <a:ext cx="5021182" cy="2334248"/>
          </a:xfrm>
        </p:spPr>
        <p:txBody>
          <a:bodyPr anchor="t">
            <a:noAutofit/>
          </a:bodyPr>
          <a:lstStyle/>
          <a:p>
            <a:pPr>
              <a:lnSpc>
                <a:spcPct val="90000"/>
              </a:lnSpc>
            </a:pPr>
            <a:br>
              <a:rPr lang="en-US" sz="6000" dirty="0">
                <a:solidFill>
                  <a:srgbClr val="FFFFFF"/>
                </a:solidFill>
              </a:rPr>
            </a:br>
            <a:br>
              <a:rPr lang="en-US" sz="6000" dirty="0">
                <a:solidFill>
                  <a:srgbClr val="FFFFFF"/>
                </a:solidFill>
              </a:rPr>
            </a:br>
            <a:r>
              <a:rPr lang="en-US" sz="6000" dirty="0">
                <a:solidFill>
                  <a:srgbClr val="FFFFFF"/>
                </a:solidFill>
              </a:rPr>
              <a:t>Agentic AI Hackathon 2025</a:t>
            </a:r>
            <a:br>
              <a:rPr lang="en-US" sz="6000" dirty="0">
                <a:solidFill>
                  <a:srgbClr val="FFFFFF"/>
                </a:solidFill>
              </a:rPr>
            </a:br>
            <a:br>
              <a:rPr lang="en-US" sz="6000" dirty="0">
                <a:solidFill>
                  <a:srgbClr val="FFFFFF"/>
                </a:solidFill>
              </a:rPr>
            </a:br>
            <a:r>
              <a:rPr lang="en-US" sz="2400" dirty="0">
                <a:solidFill>
                  <a:srgbClr val="FFFFFF"/>
                </a:solidFill>
              </a:rPr>
              <a:t>Date : 06</a:t>
            </a:r>
            <a:r>
              <a:rPr lang="en-US" sz="2400" baseline="30000" dirty="0">
                <a:solidFill>
                  <a:srgbClr val="FFFFFF"/>
                </a:solidFill>
              </a:rPr>
              <a:t>th</a:t>
            </a:r>
            <a:r>
              <a:rPr lang="en-US" sz="2400" dirty="0">
                <a:solidFill>
                  <a:srgbClr val="FFFFFF"/>
                </a:solidFill>
              </a:rPr>
              <a:t> Feb 2025</a:t>
            </a:r>
            <a:endParaRPr lang="en-US" sz="6000" dirty="0">
              <a:solidFill>
                <a:srgbClr val="FFFFFF"/>
              </a:solidFill>
            </a:endParaRPr>
          </a:p>
        </p:txBody>
      </p:sp>
      <p:sp>
        <p:nvSpPr>
          <p:cNvPr id="3" name="Subtitle 2">
            <a:extLst>
              <a:ext uri="{FF2B5EF4-FFF2-40B4-BE49-F238E27FC236}">
                <a16:creationId xmlns:a16="http://schemas.microsoft.com/office/drawing/2014/main" id="{4A28C42C-D961-6F42-DEE9-AB86FBE1D1F5}"/>
              </a:ext>
            </a:extLst>
          </p:cNvPr>
          <p:cNvSpPr>
            <a:spLocks noGrp="1"/>
          </p:cNvSpPr>
          <p:nvPr>
            <p:ph type="subTitle" idx="1"/>
          </p:nvPr>
        </p:nvSpPr>
        <p:spPr>
          <a:xfrm>
            <a:off x="6095998" y="4114800"/>
            <a:ext cx="5040785" cy="1828799"/>
          </a:xfrm>
        </p:spPr>
        <p:txBody>
          <a:bodyPr anchor="b">
            <a:normAutofit/>
          </a:bodyPr>
          <a:lstStyle/>
          <a:p>
            <a:pPr>
              <a:lnSpc>
                <a:spcPct val="90000"/>
              </a:lnSpc>
            </a:pPr>
            <a:r>
              <a:rPr lang="en-US" sz="1700" dirty="0">
                <a:solidFill>
                  <a:schemeClr val="accent1"/>
                </a:solidFill>
              </a:rPr>
              <a:t>Team details :[KGSI DnA]</a:t>
            </a:r>
          </a:p>
          <a:p>
            <a:pPr marL="285750" indent="-285750">
              <a:lnSpc>
                <a:spcPct val="90000"/>
              </a:lnSpc>
              <a:buFont typeface="Arial" panose="020B0604020202020204" pitchFamily="34" charset="0"/>
              <a:buChar char="•"/>
            </a:pPr>
            <a:r>
              <a:rPr lang="en-US" sz="1700" dirty="0">
                <a:solidFill>
                  <a:schemeClr val="accent1"/>
                </a:solidFill>
              </a:rPr>
              <a:t>Abhishek Kumar Gupta(SPOC)</a:t>
            </a:r>
          </a:p>
          <a:p>
            <a:pPr marL="285750" indent="-285750">
              <a:lnSpc>
                <a:spcPct val="90000"/>
              </a:lnSpc>
              <a:buFont typeface="Arial" panose="020B0604020202020204" pitchFamily="34" charset="0"/>
              <a:buChar char="•"/>
            </a:pPr>
            <a:r>
              <a:rPr lang="en-US" sz="1700" dirty="0">
                <a:solidFill>
                  <a:schemeClr val="accent1"/>
                </a:solidFill>
              </a:rPr>
              <a:t>Deepak Chaubey</a:t>
            </a:r>
          </a:p>
          <a:p>
            <a:pPr marL="285750" indent="-285750">
              <a:lnSpc>
                <a:spcPct val="90000"/>
              </a:lnSpc>
              <a:buFont typeface="Arial" panose="020B0604020202020204" pitchFamily="34" charset="0"/>
              <a:buChar char="•"/>
            </a:pPr>
            <a:r>
              <a:rPr lang="en-US" sz="1700" dirty="0">
                <a:solidFill>
                  <a:schemeClr val="accent1"/>
                </a:solidFill>
              </a:rPr>
              <a:t>Mohit Pradhan</a:t>
            </a:r>
          </a:p>
          <a:p>
            <a:pPr marL="285750" indent="-285750">
              <a:lnSpc>
                <a:spcPct val="90000"/>
              </a:lnSpc>
              <a:buFont typeface="Arial" panose="020B0604020202020204" pitchFamily="34" charset="0"/>
              <a:buChar char="•"/>
            </a:pPr>
            <a:r>
              <a:rPr lang="en-US" sz="1700" dirty="0">
                <a:solidFill>
                  <a:schemeClr val="accent1"/>
                </a:solidFill>
              </a:rPr>
              <a:t>Puneeth </a:t>
            </a:r>
            <a:r>
              <a:rPr lang="en-US" sz="1700">
                <a:solidFill>
                  <a:schemeClr val="accent1"/>
                </a:solidFill>
              </a:rPr>
              <a:t>B K</a:t>
            </a:r>
            <a:endParaRPr lang="en-US" sz="1700" dirty="0">
              <a:solidFill>
                <a:schemeClr val="accent1"/>
              </a:solidFill>
            </a:endParaRPr>
          </a:p>
        </p:txBody>
      </p:sp>
      <p:sp>
        <p:nvSpPr>
          <p:cNvPr id="33" name="Rectangle 32">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7DF38412-721E-234D-3789-F02A40357B9E}"/>
              </a:ext>
            </a:extLst>
          </p:cNvPr>
          <p:cNvSpPr txBox="1">
            <a:spLocks/>
          </p:cNvSpPr>
          <p:nvPr/>
        </p:nvSpPr>
        <p:spPr>
          <a:xfrm>
            <a:off x="6056923" y="508090"/>
            <a:ext cx="5939522" cy="2334248"/>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a:lstStyle>
          <a:p>
            <a:pPr>
              <a:lnSpc>
                <a:spcPct val="90000"/>
              </a:lnSpc>
            </a:pPr>
            <a:endParaRPr lang="en-US" dirty="0">
              <a:solidFill>
                <a:schemeClr val="accent1"/>
              </a:solidFill>
            </a:endParaRPr>
          </a:p>
          <a:p>
            <a:pPr>
              <a:lnSpc>
                <a:spcPct val="90000"/>
              </a:lnSpc>
            </a:pPr>
            <a:r>
              <a:rPr lang="en-US" dirty="0">
                <a:solidFill>
                  <a:schemeClr val="accent1"/>
                </a:solidFill>
              </a:rPr>
              <a:t>Team Name: </a:t>
            </a:r>
          </a:p>
          <a:p>
            <a:pPr>
              <a:lnSpc>
                <a:spcPct val="90000"/>
              </a:lnSpc>
            </a:pPr>
            <a:r>
              <a:rPr lang="en-US" dirty="0">
                <a:solidFill>
                  <a:schemeClr val="accent1"/>
                </a:solidFill>
              </a:rPr>
              <a:t>AI Enthusiast</a:t>
            </a:r>
          </a:p>
        </p:txBody>
      </p:sp>
      <p:cxnSp>
        <p:nvCxnSpPr>
          <p:cNvPr id="7" name="Straight Connector 6">
            <a:extLst>
              <a:ext uri="{FF2B5EF4-FFF2-40B4-BE49-F238E27FC236}">
                <a16:creationId xmlns:a16="http://schemas.microsoft.com/office/drawing/2014/main" id="{6B4AA97B-4022-7AC4-3684-0F58C53C80FA}"/>
              </a:ext>
            </a:extLst>
          </p:cNvPr>
          <p:cNvCxnSpPr/>
          <p:nvPr/>
        </p:nvCxnSpPr>
        <p:spPr>
          <a:xfrm>
            <a:off x="5729468" y="582729"/>
            <a:ext cx="0" cy="6130587"/>
          </a:xfrm>
          <a:prstGeom prst="line">
            <a:avLst/>
          </a:prstGeom>
          <a:ln>
            <a:solidFill>
              <a:srgbClr val="92D05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9295406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700"/>
                                        <p:tgtEl>
                                          <p:spTgt spid="3">
                                            <p:txEl>
                                              <p:pRg st="1" end="1"/>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700"/>
                                        <p:tgtEl>
                                          <p:spTgt spid="3">
                                            <p:txEl>
                                              <p:pRg st="2" end="2"/>
                                            </p:txEl>
                                          </p:spTgt>
                                        </p:tgtEl>
                                      </p:cBhvr>
                                    </p:animEffect>
                                  </p:childTnLst>
                                </p:cTn>
                              </p:par>
                              <p:par>
                                <p:cTn id="14" presetID="10" presetClass="entr" presetSubtype="0" fill="hold" grpId="0" nodeType="withEffect">
                                  <p:stCondLst>
                                    <p:cond delay="1500"/>
                                  </p:stCondLst>
                                  <p:iterate>
                                    <p:tmPct val="10000"/>
                                  </p:iterate>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1"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1500"/>
                                  </p:stCondLst>
                                  <p:iterate>
                                    <p:tmPct val="10000"/>
                                  </p:iterate>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7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1500"/>
                                  </p:stCondLst>
                                  <p:iterate>
                                    <p:tmPct val="10000"/>
                                  </p:iterate>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700"/>
                                        <p:tgtEl>
                                          <p:spTgt spid="3">
                                            <p:txEl>
                                              <p:pRg st="4" end="4"/>
                                            </p:txEl>
                                          </p:spTgt>
                                        </p:tgtEl>
                                      </p:cBhvr>
                                    </p:animEffect>
                                  </p:childTnLst>
                                </p:cTn>
                              </p:par>
                              <p:par>
                                <p:cTn id="30" presetID="42" presetClass="entr" presetSubtype="0" fill="hold" grpId="1" nodeType="withEffect">
                                  <p:stCondLst>
                                    <p:cond delay="250"/>
                                  </p:stCondLst>
                                  <p:iterate>
                                    <p:tmPct val="10000"/>
                                  </p:iterate>
                                  <p:childTnLst>
                                    <p:set>
                                      <p:cBhvr>
                                        <p:cTn id="31" dur="1" fill="hold">
                                          <p:stCondLst>
                                            <p:cond delay="0"/>
                                          </p:stCondLst>
                                        </p:cTn>
                                        <p:tgtEl>
                                          <p:spTgt spid="3"/>
                                        </p:tgtEl>
                                        <p:attrNameLst>
                                          <p:attrName>style.visibility</p:attrName>
                                        </p:attrNameLst>
                                      </p:cBhvr>
                                      <p:to>
                                        <p:strVal val="visible"/>
                                      </p:to>
                                    </p:set>
                                    <p:animEffect transition="in" filter="fade">
                                      <p:cBhvr>
                                        <p:cTn id="32" dur="250"/>
                                        <p:tgtEl>
                                          <p:spTgt spid="3"/>
                                        </p:tgtEl>
                                      </p:cBhvr>
                                    </p:animEffect>
                                    <p:anim calcmode="lin" valueType="num">
                                      <p:cBhvr>
                                        <p:cTn id="33" dur="250" fill="hold"/>
                                        <p:tgtEl>
                                          <p:spTgt spid="3"/>
                                        </p:tgtEl>
                                        <p:attrNameLst>
                                          <p:attrName>ppt_x</p:attrName>
                                        </p:attrNameLst>
                                      </p:cBhvr>
                                      <p:tavLst>
                                        <p:tav tm="0">
                                          <p:val>
                                            <p:strVal val="#ppt_x"/>
                                          </p:val>
                                        </p:tav>
                                        <p:tav tm="100000">
                                          <p:val>
                                            <p:strVal val="#ppt_x"/>
                                          </p:val>
                                        </p:tav>
                                      </p:tavLst>
                                    </p:anim>
                                    <p:anim calcmode="lin" valueType="num">
                                      <p:cBhvr>
                                        <p:cTn id="34"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p:bldP spid="5" grpId="0"/>
      <p:bldP spid="5"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2E5AAD-AEA8-E1C9-8603-D0B1F0704B52}"/>
            </a:ext>
          </a:extLst>
        </p:cNvPr>
        <p:cNvGrpSpPr/>
        <p:nvPr/>
      </p:nvGrpSpPr>
      <p:grpSpPr>
        <a:xfrm>
          <a:off x="0" y="0"/>
          <a:ext cx="0" cy="0"/>
          <a:chOff x="0" y="0"/>
          <a:chExt cx="0" cy="0"/>
        </a:xfrm>
      </p:grpSpPr>
      <p:sp>
        <p:nvSpPr>
          <p:cNvPr id="23" name="Content Placeholder 3">
            <a:extLst>
              <a:ext uri="{FF2B5EF4-FFF2-40B4-BE49-F238E27FC236}">
                <a16:creationId xmlns:a16="http://schemas.microsoft.com/office/drawing/2014/main" id="{CA36B3A1-FD02-F6D7-EBBB-C3B025DCCC88}"/>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98797" y="943291"/>
            <a:ext cx="5631566" cy="5713136"/>
          </a:xfrm>
          <a:prstGeom prst="rect">
            <a:avLst/>
          </a:prstGeom>
          <a:solidFill>
            <a:schemeClr val="bg2"/>
          </a:solidFill>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74320" indent="-27432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27432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548640" indent="-27432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54864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00000"/>
              </a:lnSpc>
              <a:spcBef>
                <a:spcPct val="0"/>
              </a:spcBef>
              <a:spcAft>
                <a:spcPct val="0"/>
              </a:spcAft>
            </a:pPr>
            <a:endParaRPr lang="en-US" sz="14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D877C789-426B-1500-123A-C7CD48E60BF1}"/>
              </a:ext>
            </a:extLst>
          </p:cNvPr>
          <p:cNvSpPr txBox="1">
            <a:spLocks/>
          </p:cNvSpPr>
          <p:nvPr/>
        </p:nvSpPr>
        <p:spPr>
          <a:xfrm>
            <a:off x="577982" y="0"/>
            <a:ext cx="9182705" cy="1482270"/>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a:lstStyle>
          <a:p>
            <a:pPr>
              <a:lnSpc>
                <a:spcPct val="90000"/>
              </a:lnSpc>
              <a:spcAft>
                <a:spcPts val="600"/>
              </a:spcAft>
            </a:pPr>
            <a:r>
              <a:rPr lang="en-US" sz="3100" dirty="0"/>
              <a:t>Challenges, Business Impact, and Relevance</a:t>
            </a:r>
          </a:p>
        </p:txBody>
      </p:sp>
      <p:sp>
        <p:nvSpPr>
          <p:cNvPr id="4" name="Content Placeholder 3">
            <a:extLst>
              <a:ext uri="{FF2B5EF4-FFF2-40B4-BE49-F238E27FC236}">
                <a16:creationId xmlns:a16="http://schemas.microsoft.com/office/drawing/2014/main" id="{7D85A8A1-5759-86AB-8434-6DA952B7495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08642" y="990511"/>
            <a:ext cx="5631566" cy="5713136"/>
          </a:xfrm>
          <a:solidFill>
            <a:schemeClr val="bg2"/>
          </a:solidFill>
        </p:spPr>
        <p:txBody>
          <a:bodyPr>
            <a:noAutofit/>
          </a:bodyPr>
          <a:lstStyle/>
          <a:p>
            <a:pPr lvl="0" eaLnBrk="0" fontAlgn="base" hangingPunct="0">
              <a:lnSpc>
                <a:spcPct val="100000"/>
              </a:lnSpc>
              <a:spcBef>
                <a:spcPct val="0"/>
              </a:spcBef>
              <a:spcAft>
                <a:spcPct val="0"/>
              </a:spcAft>
            </a:pPr>
            <a:r>
              <a:rPr lang="en-US" altLang="en-US" sz="1400" b="1" dirty="0">
                <a:latin typeface="Arial" panose="020B0604020202020204" pitchFamily="34" charset="0"/>
                <a:cs typeface="Arial" panose="020B0604020202020204" pitchFamily="34" charset="0"/>
              </a:rPr>
              <a:t>Problem Statement:</a:t>
            </a:r>
            <a:r>
              <a:rPr lang="en-US" altLang="en-US" sz="1400" dirty="0">
                <a:latin typeface="Arial" panose="020B0604020202020204" pitchFamily="34" charset="0"/>
                <a:cs typeface="Arial" panose="020B0604020202020204" pitchFamily="34" charset="0"/>
              </a:rPr>
              <a:t> </a:t>
            </a:r>
          </a:p>
          <a:p>
            <a:pPr lvl="0" eaLnBrk="0" fontAlgn="base" hangingPunct="0">
              <a:lnSpc>
                <a:spcPct val="100000"/>
              </a:lnSpc>
              <a:spcBef>
                <a:spcPct val="0"/>
              </a:spcBef>
              <a:spcAft>
                <a:spcPct val="0"/>
              </a:spcAft>
            </a:pPr>
            <a:endParaRPr lang="en-US" altLang="en-US" sz="1400" dirty="0">
              <a:latin typeface="Arial" panose="020B0604020202020204" pitchFamily="34" charset="0"/>
              <a:cs typeface="Arial" panose="020B0604020202020204" pitchFamily="34" charset="0"/>
            </a:endParaRPr>
          </a:p>
          <a:p>
            <a:pPr lvl="0" eaLnBrk="0" fontAlgn="base" hangingPunct="0">
              <a:lnSpc>
                <a:spcPct val="100000"/>
              </a:lnSpc>
              <a:spcBef>
                <a:spcPct val="0"/>
              </a:spcBef>
              <a:spcAft>
                <a:spcPct val="0"/>
              </a:spcAft>
            </a:pPr>
            <a:r>
              <a:rPr lang="en-US" altLang="en-US" sz="1400" dirty="0">
                <a:latin typeface="Arial" panose="020B0604020202020204" pitchFamily="34" charset="0"/>
                <a:cs typeface="Arial" panose="020B0604020202020204" pitchFamily="34" charset="0"/>
              </a:rPr>
              <a:t>Traditional predictive maintenance methods are hindered by downtime, high costs, inaccurate predictions, data inconsistency, safety risks, and regulatory challenges in complex industrial environments, limited support for end-to end solution in real-time.</a:t>
            </a:r>
          </a:p>
          <a:p>
            <a:pPr lvl="0" eaLnBrk="0" fontAlgn="base" hangingPunct="0">
              <a:lnSpc>
                <a:spcPct val="100000"/>
              </a:lnSpc>
              <a:spcBef>
                <a:spcPct val="0"/>
              </a:spcBef>
              <a:spcAft>
                <a:spcPct val="0"/>
              </a:spcAft>
            </a:pPr>
            <a:endParaRPr lang="en-US" altLang="en-US" sz="1400" b="1" dirty="0">
              <a:latin typeface="Arial" panose="020B0604020202020204" pitchFamily="34" charset="0"/>
              <a:cs typeface="Arial" panose="020B0604020202020204" pitchFamily="34" charset="0"/>
            </a:endParaRPr>
          </a:p>
          <a:p>
            <a:pPr lvl="0" eaLnBrk="0" fontAlgn="base" hangingPunct="0">
              <a:lnSpc>
                <a:spcPct val="100000"/>
              </a:lnSpc>
              <a:spcBef>
                <a:spcPct val="0"/>
              </a:spcBef>
              <a:spcAft>
                <a:spcPct val="0"/>
              </a:spcAft>
            </a:pPr>
            <a:endParaRPr lang="en-US" altLang="en-US" sz="1400" b="1" dirty="0">
              <a:latin typeface="Arial" panose="020B0604020202020204" pitchFamily="34" charset="0"/>
              <a:cs typeface="Arial" panose="020B0604020202020204" pitchFamily="34" charset="0"/>
            </a:endParaRPr>
          </a:p>
          <a:p>
            <a:pPr lvl="0" eaLnBrk="0" fontAlgn="base" hangingPunct="0">
              <a:lnSpc>
                <a:spcPct val="100000"/>
              </a:lnSpc>
              <a:spcBef>
                <a:spcPct val="0"/>
              </a:spcBef>
              <a:spcAft>
                <a:spcPct val="0"/>
              </a:spcAft>
            </a:pPr>
            <a:r>
              <a:rPr lang="en-US" altLang="en-US" sz="1400" b="1" dirty="0">
                <a:latin typeface="Arial" panose="020B0604020202020204" pitchFamily="34" charset="0"/>
                <a:cs typeface="Arial" panose="020B0604020202020204" pitchFamily="34" charset="0"/>
              </a:rPr>
              <a:t>Goal: </a:t>
            </a:r>
            <a:r>
              <a:rPr lang="en-US" sz="1400" dirty="0">
                <a:latin typeface="Arial" panose="020B0604020202020204" pitchFamily="34" charset="0"/>
                <a:cs typeface="Arial" panose="020B0604020202020204" pitchFamily="34" charset="0"/>
              </a:rPr>
              <a:t>Empower businesses with AI-driven predictive maintenance to enhance operational efficiency and reliability by</a:t>
            </a:r>
            <a:r>
              <a:rPr lang="en-US" altLang="en-US" sz="1400" dirty="0">
                <a:latin typeface="Arial" panose="020B0604020202020204" pitchFamily="34" charset="0"/>
                <a:cs typeface="Arial" panose="020B0604020202020204" pitchFamily="34" charset="0"/>
              </a:rPr>
              <a:t> detecting </a:t>
            </a:r>
            <a:r>
              <a:rPr lang="en-US" sz="1400" dirty="0">
                <a:latin typeface="Arial" panose="020B0604020202020204" pitchFamily="34" charset="0"/>
                <a:cs typeface="Arial" panose="020B0604020202020204" pitchFamily="34" charset="0"/>
              </a:rPr>
              <a:t>potential equipment failures &amp; recommending actionable.</a:t>
            </a:r>
          </a:p>
          <a:p>
            <a:pPr>
              <a:lnSpc>
                <a:spcPct val="100000"/>
              </a:lnSpc>
              <a:spcBef>
                <a:spcPts val="2500"/>
              </a:spcBef>
            </a:pPr>
            <a:r>
              <a:rPr lang="en-US" sz="1400" b="1" dirty="0">
                <a:latin typeface="Arial" panose="020B0604020202020204" pitchFamily="34" charset="0"/>
                <a:cs typeface="Arial" panose="020B0604020202020204" pitchFamily="34" charset="0"/>
              </a:rPr>
              <a:t>Key Value Drivers</a:t>
            </a:r>
          </a:p>
          <a:p>
            <a:pPr marL="171450" indent="-171450">
              <a:spcBef>
                <a:spcPts val="200"/>
              </a:spcBef>
              <a:buFont typeface="Arial" panose="020B0604020202020204" pitchFamily="34" charset="0"/>
              <a:buChar char="•"/>
            </a:pPr>
            <a:r>
              <a:rPr lang="en-US" sz="1400" dirty="0">
                <a:latin typeface="Arial" panose="020B0604020202020204" pitchFamily="34" charset="0"/>
                <a:cs typeface="Arial" panose="020B0604020202020204" pitchFamily="34" charset="0"/>
              </a:rPr>
              <a:t>Enhancing operational efficiency and equipment reliability.</a:t>
            </a:r>
          </a:p>
          <a:p>
            <a:pPr marL="171450" indent="-171450">
              <a:spcBef>
                <a:spcPts val="200"/>
              </a:spcBef>
              <a:buFont typeface="Arial" panose="020B0604020202020204" pitchFamily="34" charset="0"/>
              <a:buChar char="•"/>
            </a:pPr>
            <a:r>
              <a:rPr lang="en-US" sz="1400" dirty="0">
                <a:latin typeface="Arial" panose="020B0604020202020204" pitchFamily="34" charset="0"/>
                <a:cs typeface="Arial" panose="020B0604020202020204" pitchFamily="34" charset="0"/>
              </a:rPr>
              <a:t>Anticipating and preventing equipment failures before they occur.</a:t>
            </a:r>
          </a:p>
          <a:p>
            <a:pPr marL="171450" indent="-171450">
              <a:spcBef>
                <a:spcPts val="200"/>
              </a:spcBef>
              <a:buFont typeface="Arial" panose="020B0604020202020204" pitchFamily="34" charset="0"/>
              <a:buChar char="•"/>
            </a:pPr>
            <a:r>
              <a:rPr lang="en-US" sz="1400" dirty="0">
                <a:latin typeface="Arial" panose="020B0604020202020204" pitchFamily="34" charset="0"/>
                <a:cs typeface="Arial" panose="020B0604020202020204" pitchFamily="34" charset="0"/>
              </a:rPr>
              <a:t>Receiving actionable recommendations for maintenance and repair.</a:t>
            </a:r>
          </a:p>
          <a:p>
            <a:pPr marL="171450" indent="-171450">
              <a:spcBef>
                <a:spcPts val="200"/>
              </a:spcBef>
              <a:buFont typeface="Arial" panose="020B0604020202020204" pitchFamily="34" charset="0"/>
              <a:buChar char="•"/>
            </a:pPr>
            <a:r>
              <a:rPr lang="en-US" sz="1400" dirty="0">
                <a:latin typeface="Arial" panose="020B0604020202020204" pitchFamily="34" charset="0"/>
                <a:cs typeface="Arial" panose="020B0604020202020204" pitchFamily="34" charset="0"/>
              </a:rPr>
              <a:t>Achieving accurate insights into potential equipment malfunctions.</a:t>
            </a:r>
          </a:p>
          <a:p>
            <a:pPr marL="171450" indent="-171450">
              <a:spcBef>
                <a:spcPts val="200"/>
              </a:spcBef>
              <a:buFont typeface="Arial" panose="020B0604020202020204" pitchFamily="34" charset="0"/>
              <a:buChar char="•"/>
            </a:pPr>
            <a:r>
              <a:rPr lang="en-US" sz="1400" dirty="0">
                <a:latin typeface="Arial" panose="020B0604020202020204" pitchFamily="34" charset="0"/>
                <a:cs typeface="Arial" panose="020B0604020202020204" pitchFamily="34" charset="0"/>
              </a:rPr>
              <a:t>Reducing operational costs and minimizing downtime.</a:t>
            </a:r>
          </a:p>
          <a:p>
            <a:pPr marL="171450" indent="-171450">
              <a:spcBef>
                <a:spcPts val="200"/>
              </a:spcBef>
              <a:buFont typeface="Arial" panose="020B0604020202020204" pitchFamily="34" charset="0"/>
              <a:buChar char="•"/>
            </a:pPr>
            <a:r>
              <a:rPr lang="en-US" sz="1400" dirty="0">
                <a:latin typeface="Arial" panose="020B0604020202020204" pitchFamily="34" charset="0"/>
                <a:cs typeface="Arial" panose="020B0604020202020204" pitchFamily="34" charset="0"/>
              </a:rPr>
              <a:t>Ensuring superior asset performance in real-time.</a:t>
            </a:r>
          </a:p>
          <a:p>
            <a:pPr marL="171450" indent="-171450">
              <a:spcBef>
                <a:spcPts val="200"/>
              </a:spcBef>
              <a:buFont typeface="Arial" panose="020B0604020202020204" pitchFamily="34" charset="0"/>
              <a:buChar char="•"/>
            </a:pPr>
            <a:r>
              <a:rPr lang="en-US" sz="1400" dirty="0">
                <a:latin typeface="Arial" panose="020B0604020202020204" pitchFamily="34" charset="0"/>
                <a:cs typeface="Arial" panose="020B0604020202020204" pitchFamily="34" charset="0"/>
              </a:rPr>
              <a:t>Avoid regulatory penalties &amp; preserve brand reputation</a:t>
            </a:r>
          </a:p>
        </p:txBody>
      </p:sp>
      <p:sp>
        <p:nvSpPr>
          <p:cNvPr id="20" name="Freeform: Shape 19">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18" name="Diagram 17">
            <a:extLst>
              <a:ext uri="{FF2B5EF4-FFF2-40B4-BE49-F238E27FC236}">
                <a16:creationId xmlns:a16="http://schemas.microsoft.com/office/drawing/2014/main" id="{EE6DD18F-17EF-28E2-7DB8-CEF62E187C0F}"/>
              </a:ext>
            </a:extLst>
          </p:cNvPr>
          <p:cNvGraphicFramePr/>
          <p:nvPr>
            <p:extLst>
              <p:ext uri="{D42A27DB-BD31-4B8C-83A1-F6EECF244321}">
                <p14:modId xmlns:p14="http://schemas.microsoft.com/office/powerpoint/2010/main" val="2723908924"/>
              </p:ext>
            </p:extLst>
          </p:nvPr>
        </p:nvGraphicFramePr>
        <p:xfrm>
          <a:off x="6298797" y="1226154"/>
          <a:ext cx="5631566" cy="5241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 name="Title 1">
            <a:extLst>
              <a:ext uri="{FF2B5EF4-FFF2-40B4-BE49-F238E27FC236}">
                <a16:creationId xmlns:a16="http://schemas.microsoft.com/office/drawing/2014/main" id="{9248E5DC-657C-887D-3B5B-58CEEFE56E7C}"/>
              </a:ext>
            </a:extLst>
          </p:cNvPr>
          <p:cNvSpPr txBox="1">
            <a:spLocks/>
          </p:cNvSpPr>
          <p:nvPr/>
        </p:nvSpPr>
        <p:spPr>
          <a:xfrm>
            <a:off x="6358265" y="822431"/>
            <a:ext cx="4879925" cy="532243"/>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a:lstStyle>
          <a:p>
            <a:pPr>
              <a:lnSpc>
                <a:spcPct val="90000"/>
              </a:lnSpc>
              <a:spcAft>
                <a:spcPts val="600"/>
              </a:spcAft>
            </a:pPr>
            <a:r>
              <a:rPr lang="en-US" sz="1800" dirty="0"/>
              <a:t>Industry Challenges</a:t>
            </a:r>
          </a:p>
        </p:txBody>
      </p:sp>
    </p:spTree>
    <p:extLst>
      <p:ext uri="{BB962C8B-B14F-4D97-AF65-F5344CB8AC3E}">
        <p14:creationId xmlns:p14="http://schemas.microsoft.com/office/powerpoint/2010/main" val="146399401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pic>
        <p:nvPicPr>
          <p:cNvPr id="6" name="Content Placeholder 4" descr="Blackboard Business Strategy Concept">
            <a:extLst>
              <a:ext uri="{FF2B5EF4-FFF2-40B4-BE49-F238E27FC236}">
                <a16:creationId xmlns:a16="http://schemas.microsoft.com/office/drawing/2014/main" id="{040F792C-867B-E9D5-83CC-5BB43F1E1D1E}"/>
              </a:ext>
            </a:extLst>
          </p:cNvPr>
          <p:cNvPicPr>
            <a:picLocks noChangeAspect="1"/>
          </p:cNvPicPr>
          <p:nvPr/>
        </p:nvPicPr>
        <p:blipFill>
          <a:blip r:embed="rId3"/>
          <a:srcRect t="10117" r="-3" b="-3"/>
          <a:stretch/>
        </p:blipFill>
        <p:spPr>
          <a:xfrm>
            <a:off x="517869" y="3428999"/>
            <a:ext cx="4356135" cy="2917009"/>
          </a:xfrm>
          <a:prstGeom prst="rect">
            <a:avLst/>
          </a:prstGeom>
        </p:spPr>
      </p:pic>
      <p:sp>
        <p:nvSpPr>
          <p:cNvPr id="2" name="Title 1">
            <a:extLst>
              <a:ext uri="{FF2B5EF4-FFF2-40B4-BE49-F238E27FC236}">
                <a16:creationId xmlns:a16="http://schemas.microsoft.com/office/drawing/2014/main" id="{5F0DE707-45CC-F642-971B-57CD23908554}"/>
              </a:ext>
            </a:extLst>
          </p:cNvPr>
          <p:cNvSpPr>
            <a:spLocks noGrp="1"/>
          </p:cNvSpPr>
          <p:nvPr>
            <p:ph type="title"/>
          </p:nvPr>
        </p:nvSpPr>
        <p:spPr>
          <a:xfrm>
            <a:off x="517869" y="976160"/>
            <a:ext cx="4356135" cy="2152934"/>
          </a:xfrm>
        </p:spPr>
        <p:txBody>
          <a:bodyPr>
            <a:normAutofit/>
          </a:bodyPr>
          <a:lstStyle/>
          <a:p>
            <a:r>
              <a:rPr lang="en-US" sz="4400"/>
              <a:t>Key Outcomes We Aim to Achieve</a:t>
            </a:r>
          </a:p>
        </p:txBody>
      </p:sp>
      <p:sp>
        <p:nvSpPr>
          <p:cNvPr id="52" name="Freeform: Shape 51">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graphicFrame>
        <p:nvGraphicFramePr>
          <p:cNvPr id="4" name="Content Placeholder 4">
            <a:extLst>
              <a:ext uri="{FF2B5EF4-FFF2-40B4-BE49-F238E27FC236}">
                <a16:creationId xmlns:a16="http://schemas.microsoft.com/office/drawing/2014/main" id="{C26E9461-1A1A-4C0E-B637-B8BD94E6E7E0}"/>
              </a:ext>
            </a:extLst>
          </p:cNvPr>
          <p:cNvGraphicFramePr>
            <a:graphicFrameLocks noGrp="1"/>
          </p:cNvGraphicFramePr>
          <p:nvPr>
            <p:ph idx="1"/>
            <p:extLst>
              <p:ext uri="{D42A27DB-BD31-4B8C-83A1-F6EECF244321}">
                <p14:modId xmlns:p14="http://schemas.microsoft.com/office/powerpoint/2010/main" val="3130905807"/>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503178" y="976160"/>
          <a:ext cx="6167905" cy="539607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5449545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0D927-8790-DC72-579D-999F47731A26}"/>
              </a:ext>
            </a:extLst>
          </p:cNvPr>
          <p:cNvSpPr>
            <a:spLocks noGrp="1"/>
          </p:cNvSpPr>
          <p:nvPr>
            <p:ph type="title"/>
          </p:nvPr>
        </p:nvSpPr>
        <p:spPr>
          <a:xfrm>
            <a:off x="296856" y="0"/>
            <a:ext cx="11627921" cy="1463040"/>
          </a:xfrm>
        </p:spPr>
        <p:txBody>
          <a:bodyPr vert="horz" lIns="91440" tIns="45720" rIns="91440" bIns="45720" rtlCol="0" anchor="t">
            <a:normAutofit/>
          </a:bodyPr>
          <a:lstStyle/>
          <a:p>
            <a:pPr>
              <a:lnSpc>
                <a:spcPct val="90000"/>
              </a:lnSpc>
            </a:pPr>
            <a:r>
              <a:rPr lang="en-US" sz="3400" dirty="0"/>
              <a:t>Shift the mix through ML+AI+ Analytics</a:t>
            </a:r>
          </a:p>
        </p:txBody>
      </p:sp>
      <p:graphicFrame>
        <p:nvGraphicFramePr>
          <p:cNvPr id="3" name="Content Placeholder 2">
            <a:extLst>
              <a:ext uri="{FF2B5EF4-FFF2-40B4-BE49-F238E27FC236}">
                <a16:creationId xmlns:a16="http://schemas.microsoft.com/office/drawing/2014/main" id="{7EC5A4A6-DC96-E2BD-8059-ABD22124414E}"/>
              </a:ext>
            </a:extLst>
          </p:cNvPr>
          <p:cNvGraphicFramePr>
            <a:graphicFrameLocks noGrp="1"/>
          </p:cNvGraphicFramePr>
          <p:nvPr>
            <p:ph sz="half" idx="2"/>
            <p:extLst>
              <p:ext uri="{D42A27DB-BD31-4B8C-83A1-F6EECF244321}">
                <p14:modId xmlns:p14="http://schemas.microsoft.com/office/powerpoint/2010/main" val="3233053290"/>
              </p:ext>
            </p:extLst>
          </p:nvPr>
        </p:nvGraphicFramePr>
        <p:xfrm>
          <a:off x="4875730" y="1350549"/>
          <a:ext cx="6798402" cy="4994687"/>
        </p:xfrm>
        <a:graphic>
          <a:graphicData uri="http://schemas.openxmlformats.org/drawingml/2006/table">
            <a:tbl>
              <a:tblPr/>
              <a:tblGrid>
                <a:gridCol w="2266134">
                  <a:extLst>
                    <a:ext uri="{9D8B030D-6E8A-4147-A177-3AD203B41FA5}">
                      <a16:colId xmlns:a16="http://schemas.microsoft.com/office/drawing/2014/main" val="248733734"/>
                    </a:ext>
                  </a:extLst>
                </a:gridCol>
                <a:gridCol w="2266134">
                  <a:extLst>
                    <a:ext uri="{9D8B030D-6E8A-4147-A177-3AD203B41FA5}">
                      <a16:colId xmlns:a16="http://schemas.microsoft.com/office/drawing/2014/main" val="780883415"/>
                    </a:ext>
                  </a:extLst>
                </a:gridCol>
                <a:gridCol w="2266134">
                  <a:extLst>
                    <a:ext uri="{9D8B030D-6E8A-4147-A177-3AD203B41FA5}">
                      <a16:colId xmlns:a16="http://schemas.microsoft.com/office/drawing/2014/main" val="3660301663"/>
                    </a:ext>
                  </a:extLst>
                </a:gridCol>
              </a:tblGrid>
              <a:tr h="353243">
                <a:tc>
                  <a:txBody>
                    <a:bodyPr/>
                    <a:lstStyle/>
                    <a:p>
                      <a:r>
                        <a:rPr lang="en-US" sz="1400" b="1" dirty="0"/>
                        <a:t>Capability</a:t>
                      </a:r>
                      <a:endParaRPr lang="en-US" sz="1400" dirty="0"/>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a:t>Handled By</a:t>
                      </a:r>
                      <a:endParaRPr lang="en-US" sz="1400"/>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a:t>Why?</a:t>
                      </a:r>
                      <a:endParaRPr lang="en-US" sz="1400"/>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1554214"/>
                  </a:ext>
                </a:extLst>
              </a:tr>
              <a:tr h="515717">
                <a:tc>
                  <a:txBody>
                    <a:bodyPr/>
                    <a:lstStyle/>
                    <a:p>
                      <a:r>
                        <a:rPr lang="en-US" sz="1400" dirty="0"/>
                        <a:t>Numerical calculations</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 ML Model</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Bedrock agent is weak at math in complex scenarios</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5061684"/>
                  </a:ext>
                </a:extLst>
              </a:tr>
              <a:tr h="736737">
                <a:tc>
                  <a:txBody>
                    <a:bodyPr/>
                    <a:lstStyle/>
                    <a:p>
                      <a:r>
                        <a:rPr lang="en-US" sz="1400" dirty="0"/>
                        <a:t>Predicting failures</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 ML Model</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Requires statistical analysis</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2798114"/>
                  </a:ext>
                </a:extLst>
              </a:tr>
              <a:tr h="736737">
                <a:tc>
                  <a:txBody>
                    <a:bodyPr/>
                    <a:lstStyle/>
                    <a:p>
                      <a:r>
                        <a:rPr lang="en-US" sz="1400" dirty="0"/>
                        <a:t>Real-time anomaly detection</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 ML Model</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Processes live sensor data</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2846392"/>
                  </a:ext>
                </a:extLst>
              </a:tr>
              <a:tr h="957758">
                <a:tc>
                  <a:txBody>
                    <a:bodyPr/>
                    <a:lstStyle/>
                    <a:p>
                      <a:r>
                        <a:rPr lang="en-US" sz="1400" dirty="0"/>
                        <a:t>Natural language queries</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 Bedrock Agent</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ML models can’t handle free-text queries</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132297"/>
                  </a:ext>
                </a:extLst>
              </a:tr>
              <a:tr h="957758">
                <a:tc>
                  <a:txBody>
                    <a:bodyPr/>
                    <a:lstStyle/>
                    <a:p>
                      <a:r>
                        <a:rPr lang="en-US" sz="1400" dirty="0"/>
                        <a:t>AI-powered troubleshooting</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 Bedrock Agent</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Uses knowledge base &amp; reasoning</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8209055"/>
                  </a:ext>
                </a:extLst>
              </a:tr>
              <a:tr h="736737">
                <a:tc>
                  <a:txBody>
                    <a:bodyPr/>
                    <a:lstStyle/>
                    <a:p>
                      <a:r>
                        <a:rPr lang="en-US" sz="1400" dirty="0"/>
                        <a:t>Action-based automation</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 Bedrock Agent</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Calls functions dynamically</a:t>
                      </a:r>
                    </a:p>
                  </a:txBody>
                  <a:tcPr marL="56226" marR="56226"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5958499"/>
                  </a:ext>
                </a:extLst>
              </a:tr>
            </a:tbl>
          </a:graphicData>
        </a:graphic>
      </p:graphicFrame>
      <p:sp>
        <p:nvSpPr>
          <p:cNvPr id="6" name="Rectangle 1">
            <a:extLst>
              <a:ext uri="{FF2B5EF4-FFF2-40B4-BE49-F238E27FC236}">
                <a16:creationId xmlns:a16="http://schemas.microsoft.com/office/drawing/2014/main" id="{C93A531A-0271-A803-8F90-BEA672158C5F}"/>
              </a:ext>
            </a:extLst>
          </p:cNvPr>
          <p:cNvSpPr>
            <a:spLocks noChangeArrowheads="1"/>
          </p:cNvSpPr>
          <p:nvPr/>
        </p:nvSpPr>
        <p:spPr bwMode="auto">
          <a:xfrm>
            <a:off x="-8296601" y="0"/>
            <a:ext cx="2755053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9" name="Content Placeholder 4" descr="Diamonds are nothing more than chunks of coal that stuck to their jobs">
            <a:extLst>
              <a:ext uri="{FF2B5EF4-FFF2-40B4-BE49-F238E27FC236}">
                <a16:creationId xmlns:a16="http://schemas.microsoft.com/office/drawing/2014/main" id="{652FD4CB-9BA0-CD4C-4F6E-B284BD76EA26}"/>
              </a:ext>
            </a:extLst>
          </p:cNvPr>
          <p:cNvPicPr>
            <a:picLocks noGrp="1" noChangeAspect="1"/>
          </p:cNvPicPr>
          <p:nvPr>
            <p:ph sz="half" idx="1"/>
          </p:nvPr>
        </p:nvPicPr>
        <p:blipFill>
          <a:blip r:embed="rId3"/>
          <a:srcRect l="20925" r="13937" b="1"/>
          <a:stretch/>
        </p:blipFill>
        <p:spPr>
          <a:xfrm>
            <a:off x="517869" y="801668"/>
            <a:ext cx="4141814" cy="5586604"/>
          </a:xfrm>
          <a:prstGeom prst="rect">
            <a:avLst/>
          </a:prstGeom>
        </p:spPr>
      </p:pic>
    </p:spTree>
    <p:extLst>
      <p:ext uri="{BB962C8B-B14F-4D97-AF65-F5344CB8AC3E}">
        <p14:creationId xmlns:p14="http://schemas.microsoft.com/office/powerpoint/2010/main" val="306106068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Rounded Corners 87">
            <a:extLst>
              <a:ext uri="{FF2B5EF4-FFF2-40B4-BE49-F238E27FC236}">
                <a16:creationId xmlns:a16="http://schemas.microsoft.com/office/drawing/2014/main" id="{583AAB71-8597-6093-F41D-86A6D9D453BB}"/>
              </a:ext>
            </a:extLst>
          </p:cNvPr>
          <p:cNvSpPr/>
          <p:nvPr/>
        </p:nvSpPr>
        <p:spPr>
          <a:xfrm>
            <a:off x="8803522" y="739484"/>
            <a:ext cx="3169735" cy="4611497"/>
          </a:xfrm>
          <a:prstGeom prst="roundRect">
            <a:avLst>
              <a:gd name="adj" fmla="val 2455"/>
            </a:avLst>
          </a:prstGeom>
          <a:solidFill>
            <a:schemeClr val="bg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dirty="0">
              <a:solidFill>
                <a:srgbClr val="000000">
                  <a:lumMod val="75000"/>
                  <a:lumOff val="25000"/>
                </a:srgbClr>
              </a:solidFill>
            </a:endParaRPr>
          </a:p>
        </p:txBody>
      </p:sp>
      <p:sp>
        <p:nvSpPr>
          <p:cNvPr id="9" name="Rectangle: Rounded Corners 8">
            <a:extLst>
              <a:ext uri="{FF2B5EF4-FFF2-40B4-BE49-F238E27FC236}">
                <a16:creationId xmlns:a16="http://schemas.microsoft.com/office/drawing/2014/main" id="{39E54997-F802-F1AC-9E4E-24B91617D55F}"/>
              </a:ext>
            </a:extLst>
          </p:cNvPr>
          <p:cNvSpPr/>
          <p:nvPr/>
        </p:nvSpPr>
        <p:spPr>
          <a:xfrm>
            <a:off x="402024" y="778912"/>
            <a:ext cx="3169735" cy="4611497"/>
          </a:xfrm>
          <a:prstGeom prst="roundRect">
            <a:avLst>
              <a:gd name="adj" fmla="val 2455"/>
            </a:avLst>
          </a:prstGeom>
          <a:solidFill>
            <a:schemeClr val="bg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dirty="0">
              <a:solidFill>
                <a:srgbClr val="000000">
                  <a:lumMod val="75000"/>
                  <a:lumOff val="25000"/>
                </a:srgbClr>
              </a:solidFill>
            </a:endParaRPr>
          </a:p>
        </p:txBody>
      </p:sp>
      <p:sp>
        <p:nvSpPr>
          <p:cNvPr id="16" name="TextBox 15">
            <a:extLst>
              <a:ext uri="{FF2B5EF4-FFF2-40B4-BE49-F238E27FC236}">
                <a16:creationId xmlns:a16="http://schemas.microsoft.com/office/drawing/2014/main" id="{4DB9FB05-E9FF-918E-11A4-95A30D811330}"/>
              </a:ext>
            </a:extLst>
          </p:cNvPr>
          <p:cNvSpPr txBox="1"/>
          <p:nvPr/>
        </p:nvSpPr>
        <p:spPr>
          <a:xfrm>
            <a:off x="595340" y="852311"/>
            <a:ext cx="2719593" cy="307777"/>
          </a:xfrm>
          <a:prstGeom prst="rect">
            <a:avLst/>
          </a:prstGeom>
          <a:noFill/>
        </p:spPr>
        <p:txBody>
          <a:bodyPr wrap="square" lIns="91440" tIns="45720" rIns="91440" bIns="45720" rtlCol="0" anchor="t">
            <a:spAutoFit/>
          </a:bodyPr>
          <a:lstStyle/>
          <a:p>
            <a:pPr defTabSz="685800"/>
            <a:r>
              <a:rPr lang="en-US" sz="1400" b="1" dirty="0">
                <a:solidFill>
                  <a:srgbClr val="000000"/>
                </a:solidFill>
                <a:cs typeface="Segoe UI"/>
              </a:rPr>
              <a:t>ML Modeling</a:t>
            </a:r>
            <a:endParaRPr lang="en-US" sz="1400" b="1" dirty="0">
              <a:solidFill>
                <a:srgbClr val="000000">
                  <a:lumMod val="75000"/>
                  <a:lumOff val="25000"/>
                </a:srgbClr>
              </a:solidFill>
              <a:cs typeface="Segoe UI" panose="020B0502040204020203" pitchFamily="34" charset="0"/>
            </a:endParaRPr>
          </a:p>
        </p:txBody>
      </p:sp>
      <p:sp>
        <p:nvSpPr>
          <p:cNvPr id="30" name="TextBox 29">
            <a:extLst>
              <a:ext uri="{FF2B5EF4-FFF2-40B4-BE49-F238E27FC236}">
                <a16:creationId xmlns:a16="http://schemas.microsoft.com/office/drawing/2014/main" id="{20959B90-8010-9C24-FE32-3458348EC2E0}"/>
              </a:ext>
            </a:extLst>
          </p:cNvPr>
          <p:cNvSpPr txBox="1"/>
          <p:nvPr/>
        </p:nvSpPr>
        <p:spPr>
          <a:xfrm>
            <a:off x="8933512" y="825910"/>
            <a:ext cx="3169734" cy="307777"/>
          </a:xfrm>
          <a:prstGeom prst="rect">
            <a:avLst/>
          </a:prstGeom>
          <a:noFill/>
        </p:spPr>
        <p:txBody>
          <a:bodyPr wrap="square" lIns="91440" tIns="45720" rIns="91440" bIns="45720" rtlCol="0" anchor="t">
            <a:spAutoFit/>
          </a:bodyPr>
          <a:lstStyle/>
          <a:p>
            <a:pPr defTabSz="685800"/>
            <a:r>
              <a:rPr lang="en-US" sz="1400" b="1" dirty="0">
                <a:solidFill>
                  <a:srgbClr val="000000"/>
                </a:solidFill>
                <a:cs typeface="Segoe UI"/>
              </a:rPr>
              <a:t>Advance Analytics &amp; Reporting</a:t>
            </a:r>
            <a:endParaRPr lang="en-US" sz="1400" b="1" dirty="0">
              <a:solidFill>
                <a:srgbClr val="000000">
                  <a:lumMod val="75000"/>
                  <a:lumOff val="25000"/>
                </a:srgbClr>
              </a:solidFill>
              <a:cs typeface="Segoe UI" panose="020B0502040204020203" pitchFamily="34" charset="0"/>
            </a:endParaRPr>
          </a:p>
        </p:txBody>
      </p:sp>
      <p:sp>
        <p:nvSpPr>
          <p:cNvPr id="76" name="AutoShape 6" descr="Swan, Richard">
            <a:extLst>
              <a:ext uri="{FF2B5EF4-FFF2-40B4-BE49-F238E27FC236}">
                <a16:creationId xmlns:a16="http://schemas.microsoft.com/office/drawing/2014/main" id="{46D2D6B9-8006-E8F7-885D-F87B3B10CDC2}"/>
              </a:ext>
            </a:extLst>
          </p:cNvPr>
          <p:cNvSpPr>
            <a:spLocks noChangeAspect="1" noChangeArrowheads="1"/>
          </p:cNvSpPr>
          <p:nvPr/>
        </p:nvSpPr>
        <p:spPr bwMode="auto">
          <a:xfrm>
            <a:off x="6288881" y="313313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grpSp>
        <p:nvGrpSpPr>
          <p:cNvPr id="86" name="Group 85">
            <a:extLst>
              <a:ext uri="{FF2B5EF4-FFF2-40B4-BE49-F238E27FC236}">
                <a16:creationId xmlns:a16="http://schemas.microsoft.com/office/drawing/2014/main" id="{B0B6AFC8-51F6-2B18-0AA0-75A692AAC79C}"/>
              </a:ext>
            </a:extLst>
          </p:cNvPr>
          <p:cNvGrpSpPr/>
          <p:nvPr/>
        </p:nvGrpSpPr>
        <p:grpSpPr>
          <a:xfrm>
            <a:off x="3701749" y="789545"/>
            <a:ext cx="4971784" cy="4611497"/>
            <a:chOff x="3343002" y="1259406"/>
            <a:chExt cx="3406313" cy="7475887"/>
          </a:xfrm>
        </p:grpSpPr>
        <p:sp>
          <p:nvSpPr>
            <p:cNvPr id="10" name="Rectangle: Rounded Corners 9">
              <a:extLst>
                <a:ext uri="{FF2B5EF4-FFF2-40B4-BE49-F238E27FC236}">
                  <a16:creationId xmlns:a16="http://schemas.microsoft.com/office/drawing/2014/main" id="{7FC4E994-6194-25B9-0835-B420A830F3D3}"/>
                </a:ext>
              </a:extLst>
            </p:cNvPr>
            <p:cNvSpPr/>
            <p:nvPr/>
          </p:nvSpPr>
          <p:spPr>
            <a:xfrm>
              <a:off x="3343002" y="1259406"/>
              <a:ext cx="3406313" cy="7475887"/>
            </a:xfrm>
            <a:prstGeom prst="roundRect">
              <a:avLst>
                <a:gd name="adj" fmla="val 2455"/>
              </a:avLst>
            </a:prstGeom>
            <a:solidFill>
              <a:schemeClr val="bg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dirty="0">
                <a:solidFill>
                  <a:srgbClr val="000000">
                    <a:lumMod val="75000"/>
                    <a:lumOff val="25000"/>
                  </a:srgbClr>
                </a:solidFill>
              </a:endParaRPr>
            </a:p>
          </p:txBody>
        </p:sp>
        <p:sp>
          <p:nvSpPr>
            <p:cNvPr id="25" name="TextBox 24">
              <a:extLst>
                <a:ext uri="{FF2B5EF4-FFF2-40B4-BE49-F238E27FC236}">
                  <a16:creationId xmlns:a16="http://schemas.microsoft.com/office/drawing/2014/main" id="{EBF26A64-8E4D-6A8F-8B2A-B4DA41044B06}"/>
                </a:ext>
              </a:extLst>
            </p:cNvPr>
            <p:cNvSpPr txBox="1"/>
            <p:nvPr/>
          </p:nvSpPr>
          <p:spPr>
            <a:xfrm>
              <a:off x="3355783" y="1259406"/>
              <a:ext cx="3354619" cy="498950"/>
            </a:xfrm>
            <a:prstGeom prst="rect">
              <a:avLst/>
            </a:prstGeom>
            <a:noFill/>
          </p:spPr>
          <p:txBody>
            <a:bodyPr wrap="square" lIns="91440" tIns="45720" rIns="91440" bIns="45720" rtlCol="0" anchor="t">
              <a:spAutoFit/>
            </a:bodyPr>
            <a:lstStyle/>
            <a:p>
              <a:pPr defTabSz="685800"/>
              <a:r>
                <a:rPr lang="en-US" sz="1400" b="1" dirty="0">
                  <a:solidFill>
                    <a:srgbClr val="000000"/>
                  </a:solidFill>
                  <a:cs typeface="Segoe UI"/>
                </a:rPr>
                <a:t>Features implemented through our Agentic AI Solution:</a:t>
              </a:r>
              <a:endParaRPr lang="en-US" sz="1400" b="1" dirty="0">
                <a:solidFill>
                  <a:srgbClr val="000000">
                    <a:lumMod val="75000"/>
                    <a:lumOff val="25000"/>
                  </a:srgbClr>
                </a:solidFill>
                <a:cs typeface="Segoe UI" panose="020B0502040204020203" pitchFamily="34" charset="0"/>
              </a:endParaRPr>
            </a:p>
          </p:txBody>
        </p:sp>
      </p:grpSp>
      <p:sp>
        <p:nvSpPr>
          <p:cNvPr id="92" name="Rectangle: Rounded Corners 91">
            <a:extLst>
              <a:ext uri="{FF2B5EF4-FFF2-40B4-BE49-F238E27FC236}">
                <a16:creationId xmlns:a16="http://schemas.microsoft.com/office/drawing/2014/main" id="{D3D6825F-F06F-2F2D-DA3C-CC4A7053CA45}"/>
              </a:ext>
            </a:extLst>
          </p:cNvPr>
          <p:cNvSpPr/>
          <p:nvPr/>
        </p:nvSpPr>
        <p:spPr>
          <a:xfrm rot="16200000">
            <a:off x="5825416" y="253438"/>
            <a:ext cx="712234" cy="11477118"/>
          </a:xfrm>
          <a:prstGeom prst="roundRect">
            <a:avLst>
              <a:gd name="adj" fmla="val 2455"/>
            </a:avLst>
          </a:prstGeom>
          <a:solidFill>
            <a:schemeClr val="bg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dirty="0">
              <a:solidFill>
                <a:srgbClr val="000000">
                  <a:lumMod val="75000"/>
                  <a:lumOff val="25000"/>
                </a:srgbClr>
              </a:solidFill>
            </a:endParaRPr>
          </a:p>
        </p:txBody>
      </p:sp>
      <p:sp>
        <p:nvSpPr>
          <p:cNvPr id="93" name="TextBox 92">
            <a:extLst>
              <a:ext uri="{FF2B5EF4-FFF2-40B4-BE49-F238E27FC236}">
                <a16:creationId xmlns:a16="http://schemas.microsoft.com/office/drawing/2014/main" id="{B26B2D08-2F38-E1F8-1752-77229DAEED96}"/>
              </a:ext>
            </a:extLst>
          </p:cNvPr>
          <p:cNvSpPr txBox="1"/>
          <p:nvPr/>
        </p:nvSpPr>
        <p:spPr>
          <a:xfrm>
            <a:off x="402024" y="5373356"/>
            <a:ext cx="1479414" cy="276999"/>
          </a:xfrm>
          <a:prstGeom prst="rect">
            <a:avLst/>
          </a:prstGeom>
          <a:noFill/>
        </p:spPr>
        <p:txBody>
          <a:bodyPr wrap="square" rtlCol="0">
            <a:spAutoFit/>
          </a:bodyPr>
          <a:lstStyle/>
          <a:p>
            <a:pPr defTabSz="685800"/>
            <a:r>
              <a:rPr lang="en-US" sz="1200" b="1" dirty="0">
                <a:solidFill>
                  <a:srgbClr val="000000">
                    <a:lumMod val="75000"/>
                    <a:lumOff val="25000"/>
                  </a:srgbClr>
                </a:solidFill>
                <a:cs typeface="Segoe UI" panose="020B0502040204020203" pitchFamily="34" charset="0"/>
              </a:rPr>
              <a:t>Target  Businesses</a:t>
            </a:r>
          </a:p>
        </p:txBody>
      </p:sp>
      <p:graphicFrame>
        <p:nvGraphicFramePr>
          <p:cNvPr id="43" name="Diagram 42">
            <a:extLst>
              <a:ext uri="{FF2B5EF4-FFF2-40B4-BE49-F238E27FC236}">
                <a16:creationId xmlns:a16="http://schemas.microsoft.com/office/drawing/2014/main" id="{230515E2-F6C2-BA2D-0707-1E61CB920C47}"/>
              </a:ext>
            </a:extLst>
          </p:cNvPr>
          <p:cNvGraphicFramePr/>
          <p:nvPr>
            <p:extLst>
              <p:ext uri="{D42A27DB-BD31-4B8C-83A1-F6EECF244321}">
                <p14:modId xmlns:p14="http://schemas.microsoft.com/office/powerpoint/2010/main" val="3657063782"/>
              </p:ext>
            </p:extLst>
          </p:nvPr>
        </p:nvGraphicFramePr>
        <p:xfrm>
          <a:off x="8882565" y="1480976"/>
          <a:ext cx="3090692" cy="26211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11">
            <a:extLst>
              <a:ext uri="{FF2B5EF4-FFF2-40B4-BE49-F238E27FC236}">
                <a16:creationId xmlns:a16="http://schemas.microsoft.com/office/drawing/2014/main" id="{190FF4CC-A2B1-D74D-F0E4-D477FABC8B8A}"/>
              </a:ext>
            </a:extLst>
          </p:cNvPr>
          <p:cNvSpPr txBox="1">
            <a:spLocks/>
          </p:cNvSpPr>
          <p:nvPr/>
        </p:nvSpPr>
        <p:spPr>
          <a:xfrm>
            <a:off x="529525" y="92388"/>
            <a:ext cx="11443732" cy="352753"/>
          </a:xfrm>
          <a:prstGeom prst="rect">
            <a:avLst/>
          </a:prstGeom>
          <a:solidFill>
            <a:srgbClr val="00B0F0"/>
          </a:solidFill>
        </p:spPr>
        <p:style>
          <a:lnRef idx="1">
            <a:schemeClr val="accent4"/>
          </a:lnRef>
          <a:fillRef idx="3">
            <a:schemeClr val="accent4"/>
          </a:fillRef>
          <a:effectRef idx="2">
            <a:schemeClr val="accent4"/>
          </a:effectRef>
          <a:fontRef idx="minor">
            <a:schemeClr val="lt1"/>
          </a:fontRef>
        </p:style>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rgbClr val="0099D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r>
              <a:rPr lang="en-US" sz="2400" dirty="0">
                <a:solidFill>
                  <a:schemeClr val="tx1"/>
                </a:solidFill>
                <a:latin typeface="+mn-lt"/>
                <a:cs typeface="Times New Roman"/>
              </a:rPr>
              <a:t>Solution Strategy</a:t>
            </a:r>
            <a:r>
              <a:rPr lang="en-US" sz="2400" dirty="0">
                <a:solidFill>
                  <a:schemeClr val="tx1"/>
                </a:solidFill>
                <a:cs typeface="Times New Roman"/>
              </a:rPr>
              <a:t>: Features Inherited for </a:t>
            </a:r>
            <a:r>
              <a:rPr lang="en-US" sz="2400" dirty="0">
                <a:solidFill>
                  <a:schemeClr val="tx1"/>
                </a:solidFill>
                <a:latin typeface="+mn-lt"/>
                <a:cs typeface="Times New Roman"/>
              </a:rPr>
              <a:t>SensorBuddy</a:t>
            </a:r>
            <a:endParaRPr lang="en-US" sz="2400" dirty="0">
              <a:solidFill>
                <a:schemeClr val="tx1"/>
              </a:solidFill>
              <a:ea typeface="+mj-ea"/>
              <a:cs typeface="Times New Roman" panose="02020603050405020304" pitchFamily="18" charset="0"/>
            </a:endParaRPr>
          </a:p>
        </p:txBody>
      </p:sp>
      <p:sp>
        <p:nvSpPr>
          <p:cNvPr id="5" name="TextBox 4">
            <a:extLst>
              <a:ext uri="{FF2B5EF4-FFF2-40B4-BE49-F238E27FC236}">
                <a16:creationId xmlns:a16="http://schemas.microsoft.com/office/drawing/2014/main" id="{B40A3085-A58C-41DA-6C1F-18FD7AB24500}"/>
              </a:ext>
            </a:extLst>
          </p:cNvPr>
          <p:cNvSpPr txBox="1"/>
          <p:nvPr/>
        </p:nvSpPr>
        <p:spPr>
          <a:xfrm>
            <a:off x="1208219" y="5820479"/>
            <a:ext cx="2055905" cy="276999"/>
          </a:xfrm>
          <a:prstGeom prst="rect">
            <a:avLst/>
          </a:prstGeom>
          <a:noFill/>
        </p:spPr>
        <p:txBody>
          <a:bodyPr wrap="square">
            <a:spAutoFit/>
          </a:bodyPr>
          <a:lstStyle/>
          <a:p>
            <a:r>
              <a:rPr lang="en-US" sz="1200" b="1" dirty="0"/>
              <a:t>Manufacturing Plants</a:t>
            </a:r>
            <a:endParaRPr lang="en-US" sz="1200" dirty="0"/>
          </a:p>
        </p:txBody>
      </p:sp>
      <p:sp>
        <p:nvSpPr>
          <p:cNvPr id="13" name="TextBox 12">
            <a:extLst>
              <a:ext uri="{FF2B5EF4-FFF2-40B4-BE49-F238E27FC236}">
                <a16:creationId xmlns:a16="http://schemas.microsoft.com/office/drawing/2014/main" id="{2CF69058-A48D-6D25-199B-F58E418E3477}"/>
              </a:ext>
            </a:extLst>
          </p:cNvPr>
          <p:cNvSpPr txBox="1"/>
          <p:nvPr/>
        </p:nvSpPr>
        <p:spPr>
          <a:xfrm>
            <a:off x="3920108" y="5853067"/>
            <a:ext cx="2055905" cy="276999"/>
          </a:xfrm>
          <a:prstGeom prst="rect">
            <a:avLst/>
          </a:prstGeom>
          <a:noFill/>
        </p:spPr>
        <p:txBody>
          <a:bodyPr wrap="square">
            <a:spAutoFit/>
          </a:bodyPr>
          <a:lstStyle/>
          <a:p>
            <a:r>
              <a:rPr lang="en-US" sz="1200" b="1" dirty="0"/>
              <a:t>Oil &amp; Gas Industry</a:t>
            </a:r>
            <a:endParaRPr lang="en-US" sz="1200" dirty="0"/>
          </a:p>
        </p:txBody>
      </p:sp>
      <p:sp>
        <p:nvSpPr>
          <p:cNvPr id="18" name="TextBox 17">
            <a:extLst>
              <a:ext uri="{FF2B5EF4-FFF2-40B4-BE49-F238E27FC236}">
                <a16:creationId xmlns:a16="http://schemas.microsoft.com/office/drawing/2014/main" id="{F96C9593-27BC-5F3D-AE82-F095724CE0E4}"/>
              </a:ext>
            </a:extLst>
          </p:cNvPr>
          <p:cNvSpPr txBox="1"/>
          <p:nvPr/>
        </p:nvSpPr>
        <p:spPr>
          <a:xfrm>
            <a:off x="8949301" y="5792111"/>
            <a:ext cx="2055905" cy="276999"/>
          </a:xfrm>
          <a:prstGeom prst="rect">
            <a:avLst/>
          </a:prstGeom>
          <a:noFill/>
        </p:spPr>
        <p:txBody>
          <a:bodyPr wrap="square">
            <a:spAutoFit/>
          </a:bodyPr>
          <a:lstStyle/>
          <a:p>
            <a:r>
              <a:rPr lang="en-US" sz="1200" b="1" dirty="0"/>
              <a:t>Supply Chain</a:t>
            </a:r>
            <a:endParaRPr lang="en-US" sz="1200" dirty="0"/>
          </a:p>
        </p:txBody>
      </p:sp>
      <p:pic>
        <p:nvPicPr>
          <p:cNvPr id="20" name="Picture 2">
            <a:extLst>
              <a:ext uri="{FF2B5EF4-FFF2-40B4-BE49-F238E27FC236}">
                <a16:creationId xmlns:a16="http://schemas.microsoft.com/office/drawing/2014/main" id="{E2F9896C-69B1-0997-2E22-D8FEBA646F5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16738" y="5769292"/>
            <a:ext cx="315605" cy="31824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F30A38A6-719F-69ED-4119-1FE89611CA2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47509" y="5690939"/>
            <a:ext cx="455641" cy="47494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DB985028-5572-16B3-1CA0-2F1DDB08EAF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07128" y="5757785"/>
            <a:ext cx="435280" cy="434110"/>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1A56D6FD-2E26-F25D-9DC4-87A42FEBAC7B}"/>
              </a:ext>
            </a:extLst>
          </p:cNvPr>
          <p:cNvSpPr txBox="1"/>
          <p:nvPr/>
        </p:nvSpPr>
        <p:spPr>
          <a:xfrm>
            <a:off x="6294717" y="5848174"/>
            <a:ext cx="2055905" cy="276999"/>
          </a:xfrm>
          <a:prstGeom prst="rect">
            <a:avLst/>
          </a:prstGeom>
          <a:noFill/>
        </p:spPr>
        <p:txBody>
          <a:bodyPr wrap="square">
            <a:spAutoFit/>
          </a:bodyPr>
          <a:lstStyle/>
          <a:p>
            <a:r>
              <a:rPr lang="en-US" sz="1200" b="1" dirty="0"/>
              <a:t>Energy Sector</a:t>
            </a:r>
            <a:endParaRPr lang="en-US" sz="1200" dirty="0"/>
          </a:p>
        </p:txBody>
      </p:sp>
      <p:pic>
        <p:nvPicPr>
          <p:cNvPr id="2058" name="Picture 10">
            <a:extLst>
              <a:ext uri="{FF2B5EF4-FFF2-40B4-BE49-F238E27FC236}">
                <a16:creationId xmlns:a16="http://schemas.microsoft.com/office/drawing/2014/main" id="{F4D2AC51-16DF-D360-A978-498853E6E18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1135" y="5764538"/>
            <a:ext cx="352966" cy="35876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1" name="Diagram 40">
            <a:extLst>
              <a:ext uri="{FF2B5EF4-FFF2-40B4-BE49-F238E27FC236}">
                <a16:creationId xmlns:a16="http://schemas.microsoft.com/office/drawing/2014/main" id="{CCD2C820-DA3B-5D7A-BAFD-2928A6A6694B}"/>
              </a:ext>
            </a:extLst>
          </p:cNvPr>
          <p:cNvGraphicFramePr/>
          <p:nvPr>
            <p:extLst>
              <p:ext uri="{D42A27DB-BD31-4B8C-83A1-F6EECF244321}">
                <p14:modId xmlns:p14="http://schemas.microsoft.com/office/powerpoint/2010/main" val="759821888"/>
              </p:ext>
            </p:extLst>
          </p:nvPr>
        </p:nvGraphicFramePr>
        <p:xfrm>
          <a:off x="3766792" y="1406158"/>
          <a:ext cx="4849946" cy="3894023"/>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45" name="Diagram 44">
            <a:extLst>
              <a:ext uri="{FF2B5EF4-FFF2-40B4-BE49-F238E27FC236}">
                <a16:creationId xmlns:a16="http://schemas.microsoft.com/office/drawing/2014/main" id="{8E3C38D0-DBD6-7FC3-F5B7-532D65394A00}"/>
              </a:ext>
            </a:extLst>
          </p:cNvPr>
          <p:cNvGraphicFramePr/>
          <p:nvPr>
            <p:extLst>
              <p:ext uri="{D42A27DB-BD31-4B8C-83A1-F6EECF244321}">
                <p14:modId xmlns:p14="http://schemas.microsoft.com/office/powerpoint/2010/main" val="1456628195"/>
              </p:ext>
            </p:extLst>
          </p:nvPr>
        </p:nvGraphicFramePr>
        <p:xfrm>
          <a:off x="529525" y="1436688"/>
          <a:ext cx="3004536" cy="3787632"/>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Tree>
    <p:extLst>
      <p:ext uri="{BB962C8B-B14F-4D97-AF65-F5344CB8AC3E}">
        <p14:creationId xmlns:p14="http://schemas.microsoft.com/office/powerpoint/2010/main" val="1711940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0190D-9EB7-353D-7524-00374A49D3D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58F970E-2D68-5512-FBAD-A33986593AEA}"/>
              </a:ext>
            </a:extLst>
          </p:cNvPr>
          <p:cNvPicPr>
            <a:picLocks noChangeAspect="1"/>
          </p:cNvPicPr>
          <p:nvPr/>
        </p:nvPicPr>
        <p:blipFill>
          <a:blip r:embed="rId3"/>
          <a:srcRect r="13082" b="6849"/>
          <a:stretch/>
        </p:blipFill>
        <p:spPr>
          <a:xfrm>
            <a:off x="0" y="0"/>
            <a:ext cx="12192000" cy="6858000"/>
          </a:xfrm>
          <a:prstGeom prst="rect">
            <a:avLst/>
          </a:prstGeom>
        </p:spPr>
      </p:pic>
      <p:sp>
        <p:nvSpPr>
          <p:cNvPr id="2" name="Title 1">
            <a:extLst>
              <a:ext uri="{FF2B5EF4-FFF2-40B4-BE49-F238E27FC236}">
                <a16:creationId xmlns:a16="http://schemas.microsoft.com/office/drawing/2014/main" id="{A65CF7E6-0FE9-6BC7-269B-AE1C715A11F4}"/>
              </a:ext>
            </a:extLst>
          </p:cNvPr>
          <p:cNvSpPr>
            <a:spLocks noGrp="1"/>
          </p:cNvSpPr>
          <p:nvPr>
            <p:ph type="title"/>
          </p:nvPr>
        </p:nvSpPr>
        <p:spPr>
          <a:xfrm>
            <a:off x="6805913" y="0"/>
            <a:ext cx="5258765" cy="613458"/>
          </a:xfrm>
        </p:spPr>
        <p:txBody>
          <a:bodyPr vert="horz" lIns="91440" tIns="45720" rIns="91440" bIns="45720" rtlCol="0" anchor="ctr">
            <a:noAutofit/>
          </a:bodyPr>
          <a:lstStyle/>
          <a:p>
            <a:pPr algn="r"/>
            <a:r>
              <a:rPr lang="en-US" sz="3200" dirty="0">
                <a:solidFill>
                  <a:schemeClr val="bg1"/>
                </a:solidFill>
                <a:hlinkClick r:id="rId4"/>
              </a:rPr>
              <a:t>Technical Workflow</a:t>
            </a:r>
            <a:endParaRPr lang="en-US" sz="3200" dirty="0">
              <a:solidFill>
                <a:schemeClr val="bg1"/>
              </a:solidFill>
            </a:endParaRPr>
          </a:p>
        </p:txBody>
      </p:sp>
    </p:spTree>
    <p:extLst>
      <p:ext uri="{BB962C8B-B14F-4D97-AF65-F5344CB8AC3E}">
        <p14:creationId xmlns:p14="http://schemas.microsoft.com/office/powerpoint/2010/main" val="14058454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DEED1-4662-CFA2-CB1D-0378E2A8A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8EF8FD-C28D-957C-198A-664CF5085F2C}"/>
              </a:ext>
            </a:extLst>
          </p:cNvPr>
          <p:cNvSpPr>
            <a:spLocks noGrp="1"/>
          </p:cNvSpPr>
          <p:nvPr>
            <p:ph type="title"/>
          </p:nvPr>
        </p:nvSpPr>
        <p:spPr>
          <a:xfrm>
            <a:off x="152988" y="64768"/>
            <a:ext cx="8875263" cy="644295"/>
          </a:xfrm>
        </p:spPr>
        <p:txBody>
          <a:bodyPr vert="horz" lIns="91440" tIns="45720" rIns="91440" bIns="45720" rtlCol="0" anchor="t">
            <a:noAutofit/>
          </a:bodyPr>
          <a:lstStyle/>
          <a:p>
            <a:r>
              <a:rPr lang="en-US" sz="2400" dirty="0"/>
              <a:t>Automated Alerts and Integration with MS teams</a:t>
            </a:r>
          </a:p>
        </p:txBody>
      </p:sp>
      <p:sp>
        <p:nvSpPr>
          <p:cNvPr id="11" name="Rectangle: Rounded Corners 10">
            <a:extLst>
              <a:ext uri="{FF2B5EF4-FFF2-40B4-BE49-F238E27FC236}">
                <a16:creationId xmlns:a16="http://schemas.microsoft.com/office/drawing/2014/main" id="{0A4105C7-9B6B-DD63-6805-97D36EBB64D8}"/>
              </a:ext>
            </a:extLst>
          </p:cNvPr>
          <p:cNvSpPr/>
          <p:nvPr/>
        </p:nvSpPr>
        <p:spPr>
          <a:xfrm>
            <a:off x="92597" y="726425"/>
            <a:ext cx="11979798" cy="5963742"/>
          </a:xfrm>
          <a:prstGeom prst="round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highlight>
                <a:srgbClr val="008000"/>
              </a:highlight>
            </a:endParaRPr>
          </a:p>
        </p:txBody>
      </p:sp>
      <p:pic>
        <p:nvPicPr>
          <p:cNvPr id="7170" name="Picture 2">
            <a:extLst>
              <a:ext uri="{FF2B5EF4-FFF2-40B4-BE49-F238E27FC236}">
                <a16:creationId xmlns:a16="http://schemas.microsoft.com/office/drawing/2014/main" id="{4FCB1900-1F3F-44E3-EA8F-3C50D649CA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362" y="1192192"/>
            <a:ext cx="5589050" cy="5092861"/>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a:extLst>
              <a:ext uri="{FF2B5EF4-FFF2-40B4-BE49-F238E27FC236}">
                <a16:creationId xmlns:a16="http://schemas.microsoft.com/office/drawing/2014/main" id="{9EBEA1D8-6742-5748-F338-FB3A0257A7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192192"/>
            <a:ext cx="5728638" cy="5092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1217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B7228-DB51-D511-14DD-9175954DB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D10F77-3CA6-0F1F-7FCE-B0530882D200}"/>
              </a:ext>
            </a:extLst>
          </p:cNvPr>
          <p:cNvSpPr>
            <a:spLocks noGrp="1"/>
          </p:cNvSpPr>
          <p:nvPr>
            <p:ph type="title"/>
          </p:nvPr>
        </p:nvSpPr>
        <p:spPr>
          <a:xfrm>
            <a:off x="152988" y="64768"/>
            <a:ext cx="8875263" cy="644295"/>
          </a:xfrm>
        </p:spPr>
        <p:txBody>
          <a:bodyPr vert="horz" lIns="91440" tIns="45720" rIns="91440" bIns="45720" rtlCol="0" anchor="t">
            <a:noAutofit/>
          </a:bodyPr>
          <a:lstStyle/>
          <a:p>
            <a:r>
              <a:rPr lang="en-US" sz="2400" dirty="0"/>
              <a:t>Illustration of Integrated KPI analysis &amp; Visualization</a:t>
            </a:r>
          </a:p>
        </p:txBody>
      </p:sp>
      <p:sp>
        <p:nvSpPr>
          <p:cNvPr id="11" name="Rectangle: Rounded Corners 10">
            <a:extLst>
              <a:ext uri="{FF2B5EF4-FFF2-40B4-BE49-F238E27FC236}">
                <a16:creationId xmlns:a16="http://schemas.microsoft.com/office/drawing/2014/main" id="{F17F46D5-C44D-BE65-1AA5-9D37DE160A89}"/>
              </a:ext>
            </a:extLst>
          </p:cNvPr>
          <p:cNvSpPr/>
          <p:nvPr/>
        </p:nvSpPr>
        <p:spPr>
          <a:xfrm>
            <a:off x="92597" y="726425"/>
            <a:ext cx="11979798" cy="5963742"/>
          </a:xfrm>
          <a:prstGeom prst="round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highlight>
                <a:srgbClr val="008000"/>
              </a:highlight>
            </a:endParaRPr>
          </a:p>
        </p:txBody>
      </p:sp>
      <p:pic>
        <p:nvPicPr>
          <p:cNvPr id="1026" name="Picture 2">
            <a:extLst>
              <a:ext uri="{FF2B5EF4-FFF2-40B4-BE49-F238E27FC236}">
                <a16:creationId xmlns:a16="http://schemas.microsoft.com/office/drawing/2014/main" id="{3556E1A5-A3FB-8481-C920-7CAF18989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960" y="764977"/>
            <a:ext cx="10273265" cy="5902446"/>
          </a:xfrm>
          <a:prstGeom prst="rect">
            <a:avLst/>
          </a:prstGeom>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146093621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close up Artificial Intelligence technology brain for backgrounds">
            <a:extLst>
              <a:ext uri="{FF2B5EF4-FFF2-40B4-BE49-F238E27FC236}">
                <a16:creationId xmlns:a16="http://schemas.microsoft.com/office/drawing/2014/main" id="{EC0FEE8B-3755-46A2-9BF9-EE9FF1DC2698}"/>
              </a:ext>
            </a:extLst>
          </p:cNvPr>
          <p:cNvPicPr>
            <a:picLocks noGrp="1" noChangeAspect="1"/>
          </p:cNvPicPr>
          <p:nvPr>
            <p:ph sz="half" idx="1"/>
          </p:nvPr>
        </p:nvPicPr>
        <p:blipFill>
          <a:blip r:embed="rId3"/>
          <a:srcRect t="6883" r="-1" b="8826"/>
          <a:stretch/>
        </p:blipFill>
        <p:spPr>
          <a:xfrm>
            <a:off x="20" y="10"/>
            <a:ext cx="12188932" cy="6857990"/>
          </a:xfrm>
          <a:prstGeom prst="rect">
            <a:avLst/>
          </a:prstGeom>
        </p:spPr>
      </p:pic>
      <p:sp>
        <p:nvSpPr>
          <p:cNvPr id="33" name="Rectangle 32">
            <a:extLst>
              <a:ext uri="{FF2B5EF4-FFF2-40B4-BE49-F238E27FC236}">
                <a16:creationId xmlns:a16="http://schemas.microsoft.com/office/drawing/2014/main" id="{637992A9-1E8C-4E57-B4F4-EE2D38E50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ED5C44-16BE-D89C-9CC7-3A3E848A737C}"/>
              </a:ext>
            </a:extLst>
          </p:cNvPr>
          <p:cNvSpPr>
            <a:spLocks noGrp="1"/>
          </p:cNvSpPr>
          <p:nvPr>
            <p:ph type="title"/>
          </p:nvPr>
        </p:nvSpPr>
        <p:spPr>
          <a:xfrm>
            <a:off x="517870" y="978408"/>
            <a:ext cx="5021182" cy="2334248"/>
          </a:xfrm>
        </p:spPr>
        <p:txBody>
          <a:bodyPr vert="horz" lIns="91440" tIns="45720" rIns="91440" bIns="45720" rtlCol="0" anchor="t">
            <a:normAutofit/>
          </a:bodyPr>
          <a:lstStyle/>
          <a:p>
            <a:pPr>
              <a:lnSpc>
                <a:spcPct val="90000"/>
              </a:lnSpc>
            </a:pPr>
            <a:r>
              <a:rPr lang="en-US" sz="4200">
                <a:solidFill>
                  <a:srgbClr val="FFFFFF"/>
                </a:solidFill>
              </a:rPr>
              <a:t>Live Demonstration of the AI agent “SensorBuddy”</a:t>
            </a:r>
          </a:p>
        </p:txBody>
      </p:sp>
      <p:sp>
        <p:nvSpPr>
          <p:cNvPr id="35" name="Rectangle 34">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4451516"/>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7AAB9-1E01-76A1-F39D-D802E87E9D7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D9439E2-F270-66FE-C94B-5B05E7D1F066}"/>
              </a:ext>
            </a:extLst>
          </p:cNvPr>
          <p:cNvSpPr>
            <a:spLocks noGrp="1"/>
          </p:cNvSpPr>
          <p:nvPr>
            <p:ph type="sldNum" sz="quarter" idx="4"/>
          </p:nvPr>
        </p:nvSpPr>
        <p:spPr/>
        <p:txBody>
          <a:bodyPr/>
          <a:lstStyle/>
          <a:p>
            <a:fld id="{013E9973-0DD1-EA40-8A1E-AE68C71DC08C}" type="slidenum">
              <a:rPr lang="en-US" smtClean="0"/>
              <a:pPr/>
              <a:t>10</a:t>
            </a:fld>
            <a:endParaRPr lang="en-US"/>
          </a:p>
        </p:txBody>
      </p:sp>
      <p:sp>
        <p:nvSpPr>
          <p:cNvPr id="28" name="TextBox 27">
            <a:extLst>
              <a:ext uri="{FF2B5EF4-FFF2-40B4-BE49-F238E27FC236}">
                <a16:creationId xmlns:a16="http://schemas.microsoft.com/office/drawing/2014/main" id="{704199E5-FCD2-5170-9174-8C7A38C3E4FE}"/>
              </a:ext>
            </a:extLst>
          </p:cNvPr>
          <p:cNvSpPr txBox="1"/>
          <p:nvPr/>
        </p:nvSpPr>
        <p:spPr>
          <a:xfrm rot="1017990">
            <a:off x="6649968" y="2650796"/>
            <a:ext cx="612668" cy="369332"/>
          </a:xfrm>
          <a:prstGeom prst="rect">
            <a:avLst/>
          </a:prstGeom>
          <a:noFill/>
        </p:spPr>
        <p:txBody>
          <a:bodyPr wrap="none" rtlCol="0">
            <a:spAutoFit/>
          </a:bodyPr>
          <a:lstStyle/>
          <a:p>
            <a:r>
              <a:rPr lang="en-US" dirty="0">
                <a:solidFill>
                  <a:schemeClr val="bg1"/>
                </a:solidFill>
                <a:latin typeface="Roboto" panose="02000000000000000000" pitchFamily="2" charset="0"/>
                <a:ea typeface="Roboto" panose="02000000000000000000" pitchFamily="2" charset="0"/>
              </a:rPr>
              <a:t>80%</a:t>
            </a:r>
          </a:p>
        </p:txBody>
      </p:sp>
      <p:sp>
        <p:nvSpPr>
          <p:cNvPr id="29" name="TextBox 28">
            <a:extLst>
              <a:ext uri="{FF2B5EF4-FFF2-40B4-BE49-F238E27FC236}">
                <a16:creationId xmlns:a16="http://schemas.microsoft.com/office/drawing/2014/main" id="{2BF3CA56-B22C-1D18-F6F8-CEEEC1A507D2}"/>
              </a:ext>
            </a:extLst>
          </p:cNvPr>
          <p:cNvSpPr txBox="1"/>
          <p:nvPr/>
        </p:nvSpPr>
        <p:spPr>
          <a:xfrm rot="1017990">
            <a:off x="5223984" y="3929004"/>
            <a:ext cx="612668" cy="369332"/>
          </a:xfrm>
          <a:prstGeom prst="rect">
            <a:avLst/>
          </a:prstGeom>
          <a:noFill/>
        </p:spPr>
        <p:txBody>
          <a:bodyPr wrap="none" rtlCol="0">
            <a:spAutoFit/>
          </a:bodyPr>
          <a:lstStyle/>
          <a:p>
            <a:r>
              <a:rPr lang="en-US" dirty="0">
                <a:solidFill>
                  <a:schemeClr val="bg1"/>
                </a:solidFill>
                <a:latin typeface="Roboto" panose="02000000000000000000" pitchFamily="2" charset="0"/>
                <a:ea typeface="Roboto" panose="02000000000000000000" pitchFamily="2" charset="0"/>
              </a:rPr>
              <a:t>50%</a:t>
            </a:r>
          </a:p>
        </p:txBody>
      </p:sp>
      <p:sp>
        <p:nvSpPr>
          <p:cNvPr id="30" name="TextBox 29">
            <a:extLst>
              <a:ext uri="{FF2B5EF4-FFF2-40B4-BE49-F238E27FC236}">
                <a16:creationId xmlns:a16="http://schemas.microsoft.com/office/drawing/2014/main" id="{890D29DC-1393-CACD-8A83-E5BC07C46E5F}"/>
              </a:ext>
            </a:extLst>
          </p:cNvPr>
          <p:cNvSpPr txBox="1"/>
          <p:nvPr/>
        </p:nvSpPr>
        <p:spPr>
          <a:xfrm rot="19268660">
            <a:off x="6602408" y="3990367"/>
            <a:ext cx="612668" cy="369332"/>
          </a:xfrm>
          <a:prstGeom prst="rect">
            <a:avLst/>
          </a:prstGeom>
          <a:noFill/>
        </p:spPr>
        <p:txBody>
          <a:bodyPr wrap="none" rtlCol="0">
            <a:spAutoFit/>
          </a:bodyPr>
          <a:lstStyle/>
          <a:p>
            <a:r>
              <a:rPr lang="en-US" dirty="0">
                <a:solidFill>
                  <a:schemeClr val="bg1"/>
                </a:solidFill>
                <a:latin typeface="Roboto" panose="02000000000000000000" pitchFamily="2" charset="0"/>
                <a:ea typeface="Roboto" panose="02000000000000000000" pitchFamily="2" charset="0"/>
              </a:rPr>
              <a:t>40%</a:t>
            </a:r>
          </a:p>
        </p:txBody>
      </p:sp>
      <p:grpSp>
        <p:nvGrpSpPr>
          <p:cNvPr id="31" name="Group 30">
            <a:extLst>
              <a:ext uri="{FF2B5EF4-FFF2-40B4-BE49-F238E27FC236}">
                <a16:creationId xmlns:a16="http://schemas.microsoft.com/office/drawing/2014/main" id="{CD2903B8-B2F7-9D63-3E99-FC8FFA69627F}"/>
              </a:ext>
            </a:extLst>
          </p:cNvPr>
          <p:cNvGrpSpPr/>
          <p:nvPr/>
        </p:nvGrpSpPr>
        <p:grpSpPr>
          <a:xfrm>
            <a:off x="815297" y="658235"/>
            <a:ext cx="11376704" cy="5050106"/>
            <a:chOff x="665449" y="1017434"/>
            <a:chExt cx="8494722" cy="3398169"/>
          </a:xfrm>
        </p:grpSpPr>
        <p:sp>
          <p:nvSpPr>
            <p:cNvPr id="35" name="Rounded Rectangle 20">
              <a:extLst>
                <a:ext uri="{FF2B5EF4-FFF2-40B4-BE49-F238E27FC236}">
                  <a16:creationId xmlns:a16="http://schemas.microsoft.com/office/drawing/2014/main" id="{A28887B7-71AE-EC36-B7AB-E9FC85B7EBF5}"/>
                </a:ext>
              </a:extLst>
            </p:cNvPr>
            <p:cNvSpPr/>
            <p:nvPr/>
          </p:nvSpPr>
          <p:spPr>
            <a:xfrm>
              <a:off x="4629233" y="1237594"/>
              <a:ext cx="3341206" cy="1440174"/>
            </a:xfrm>
            <a:prstGeom prst="roundRect">
              <a:avLst>
                <a:gd name="adj" fmla="val 5551"/>
              </a:avLst>
            </a:prstGeom>
            <a:noFill/>
            <a:ln w="25400" cap="flat" cmpd="sng" algn="ctr">
              <a:solidFill>
                <a:srgbClr val="15AA96"/>
              </a:solidFill>
              <a:prstDash val="solid"/>
            </a:ln>
            <a:effectLst/>
          </p:spPr>
          <p:txBody>
            <a:bodyPr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FFFFFF"/>
                </a:solidFill>
                <a:effectLst/>
                <a:uLnTx/>
                <a:uFillTx/>
                <a:latin typeface="Roboto" panose="02000000000000000000" pitchFamily="2" charset="0"/>
                <a:ea typeface="Roboto" panose="02000000000000000000" pitchFamily="2" charset="0"/>
              </a:endParaRPr>
            </a:p>
          </p:txBody>
        </p:sp>
        <p:sp>
          <p:nvSpPr>
            <p:cNvPr id="37" name="Sev02">
              <a:extLst>
                <a:ext uri="{FF2B5EF4-FFF2-40B4-BE49-F238E27FC236}">
                  <a16:creationId xmlns:a16="http://schemas.microsoft.com/office/drawing/2014/main" id="{2BF26696-AB23-1072-EAEB-547F5DE94E32}"/>
                </a:ext>
              </a:extLst>
            </p:cNvPr>
            <p:cNvSpPr/>
            <p:nvPr/>
          </p:nvSpPr>
          <p:spPr>
            <a:xfrm>
              <a:off x="7538623" y="1457784"/>
              <a:ext cx="907127" cy="999791"/>
            </a:xfrm>
            <a:prstGeom prst="roundRect">
              <a:avLst/>
            </a:prstGeom>
            <a:solidFill>
              <a:schemeClr val="accent2">
                <a:lumMod val="75000"/>
              </a:schemeClr>
            </a:solidFill>
            <a:ln w="25400" cap="flat" cmpd="sng" algn="ctr">
              <a:noFill/>
              <a:prstDash val="solid"/>
            </a:ln>
            <a:effectLst/>
          </p:spPr>
          <p:txBody>
            <a:bodyPr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endParaRPr kumimoji="0" lang="en-US" sz="7200" b="0" i="0" u="none" strike="noStrike" kern="0" cap="none" spc="0" normalizeH="0" baseline="0" noProof="0" dirty="0">
                <a:ln>
                  <a:noFill/>
                </a:ln>
                <a:solidFill>
                  <a:srgbClr val="15AA96">
                    <a:lumMod val="50000"/>
                  </a:srgbClr>
                </a:solidFill>
                <a:effectLst/>
                <a:uLnTx/>
                <a:uFillTx/>
                <a:latin typeface="Roboto" panose="02000000000000000000" pitchFamily="2" charset="0"/>
                <a:ea typeface="Roboto" panose="02000000000000000000" pitchFamily="2" charset="0"/>
              </a:endParaRPr>
            </a:p>
          </p:txBody>
        </p:sp>
        <p:sp>
          <p:nvSpPr>
            <p:cNvPr id="38" name="Rounded Rectangle 27">
              <a:extLst>
                <a:ext uri="{FF2B5EF4-FFF2-40B4-BE49-F238E27FC236}">
                  <a16:creationId xmlns:a16="http://schemas.microsoft.com/office/drawing/2014/main" id="{8B663BC1-945F-2CF0-1EE7-A94D484E6CA6}"/>
                </a:ext>
              </a:extLst>
            </p:cNvPr>
            <p:cNvSpPr/>
            <p:nvPr/>
          </p:nvSpPr>
          <p:spPr>
            <a:xfrm>
              <a:off x="1144170" y="2975429"/>
              <a:ext cx="3341206" cy="1440174"/>
            </a:xfrm>
            <a:prstGeom prst="roundRect">
              <a:avLst>
                <a:gd name="adj" fmla="val 5551"/>
              </a:avLst>
            </a:prstGeom>
            <a:noFill/>
            <a:ln w="25400" cap="flat" cmpd="sng" algn="ctr">
              <a:solidFill>
                <a:srgbClr val="9BB955"/>
              </a:solidFill>
              <a:prstDash val="solid"/>
            </a:ln>
            <a:effectLst/>
          </p:spPr>
          <p:txBody>
            <a:bodyPr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FFFFFF"/>
                </a:solidFill>
                <a:effectLst/>
                <a:uLnTx/>
                <a:uFillTx/>
                <a:latin typeface="Roboto" panose="02000000000000000000" pitchFamily="2" charset="0"/>
                <a:ea typeface="Roboto" panose="02000000000000000000" pitchFamily="2" charset="0"/>
              </a:endParaRPr>
            </a:p>
          </p:txBody>
        </p:sp>
        <p:sp>
          <p:nvSpPr>
            <p:cNvPr id="42" name="Sev03">
              <a:extLst>
                <a:ext uri="{FF2B5EF4-FFF2-40B4-BE49-F238E27FC236}">
                  <a16:creationId xmlns:a16="http://schemas.microsoft.com/office/drawing/2014/main" id="{3D58282B-EB04-110E-5665-020834547E1E}"/>
                </a:ext>
              </a:extLst>
            </p:cNvPr>
            <p:cNvSpPr/>
            <p:nvPr/>
          </p:nvSpPr>
          <p:spPr>
            <a:xfrm>
              <a:off x="665449" y="3211009"/>
              <a:ext cx="999791" cy="999791"/>
            </a:xfrm>
            <a:prstGeom prst="roundRect">
              <a:avLst/>
            </a:prstGeom>
            <a:solidFill>
              <a:schemeClr val="accent6">
                <a:lumMod val="60000"/>
                <a:lumOff val="40000"/>
              </a:schemeClr>
            </a:solidFill>
            <a:ln w="25400" cap="flat" cmpd="sng" algn="ctr">
              <a:noFill/>
              <a:prstDash val="solid"/>
            </a:ln>
            <a:effectLst/>
          </p:spPr>
          <p:txBody>
            <a:bodyPr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endParaRPr kumimoji="0" lang="en-US" sz="4800" b="0" i="0" u="none" strike="noStrike" kern="0" cap="none" spc="0" normalizeH="0" baseline="0" noProof="0" dirty="0">
                <a:ln>
                  <a:noFill/>
                </a:ln>
                <a:solidFill>
                  <a:srgbClr val="9BB955">
                    <a:lumMod val="50000"/>
                  </a:srgbClr>
                </a:solidFill>
                <a:effectLst/>
                <a:uLnTx/>
                <a:uFillTx/>
                <a:latin typeface="Roboto" panose="02000000000000000000" pitchFamily="2" charset="0"/>
                <a:ea typeface="Roboto" panose="02000000000000000000" pitchFamily="2" charset="0"/>
                <a:cs typeface="+mj-cs"/>
              </a:endParaRPr>
            </a:p>
          </p:txBody>
        </p:sp>
        <p:sp>
          <p:nvSpPr>
            <p:cNvPr id="40" name="Rounded Rectangle 32">
              <a:extLst>
                <a:ext uri="{FF2B5EF4-FFF2-40B4-BE49-F238E27FC236}">
                  <a16:creationId xmlns:a16="http://schemas.microsoft.com/office/drawing/2014/main" id="{B3C00461-E0FD-D1DF-403C-BF1D6C92A9A6}"/>
                </a:ext>
              </a:extLst>
            </p:cNvPr>
            <p:cNvSpPr/>
            <p:nvPr/>
          </p:nvSpPr>
          <p:spPr>
            <a:xfrm>
              <a:off x="4638586" y="2975429"/>
              <a:ext cx="3341206" cy="1440174"/>
            </a:xfrm>
            <a:prstGeom prst="roundRect">
              <a:avLst>
                <a:gd name="adj" fmla="val 5551"/>
              </a:avLst>
            </a:prstGeom>
            <a:noFill/>
            <a:ln w="25400" cap="flat" cmpd="sng" algn="ctr">
              <a:solidFill>
                <a:srgbClr val="F19B14"/>
              </a:solidFill>
              <a:prstDash val="solid"/>
            </a:ln>
            <a:effectLst/>
          </p:spPr>
          <p:txBody>
            <a:bodyPr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FFFFFF"/>
                </a:solidFill>
                <a:effectLst/>
                <a:uLnTx/>
                <a:uFillTx/>
                <a:latin typeface="Roboto" panose="02000000000000000000" pitchFamily="2" charset="0"/>
                <a:ea typeface="Roboto" panose="02000000000000000000" pitchFamily="2" charset="0"/>
              </a:endParaRPr>
            </a:p>
          </p:txBody>
        </p:sp>
        <p:sp>
          <p:nvSpPr>
            <p:cNvPr id="33" name="Rounded Rectangle 2">
              <a:extLst>
                <a:ext uri="{FF2B5EF4-FFF2-40B4-BE49-F238E27FC236}">
                  <a16:creationId xmlns:a16="http://schemas.microsoft.com/office/drawing/2014/main" id="{CD2B3663-90C0-5A41-E657-4B72147A045F}"/>
                </a:ext>
              </a:extLst>
            </p:cNvPr>
            <p:cNvSpPr/>
            <p:nvPr/>
          </p:nvSpPr>
          <p:spPr>
            <a:xfrm>
              <a:off x="1173561" y="1249215"/>
              <a:ext cx="3341206" cy="1440174"/>
            </a:xfrm>
            <a:prstGeom prst="roundRect">
              <a:avLst>
                <a:gd name="adj" fmla="val 5551"/>
              </a:avLst>
            </a:prstGeom>
            <a:noFill/>
            <a:ln w="25400" cap="flat" cmpd="sng" algn="ctr">
              <a:solidFill>
                <a:srgbClr val="237DB9"/>
              </a:solidFill>
              <a:prstDash val="solid"/>
            </a:ln>
            <a:effectLst/>
          </p:spPr>
          <p:txBody>
            <a:bodyPr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FFFFFF"/>
                </a:solidFill>
                <a:effectLst/>
                <a:uLnTx/>
                <a:uFillTx/>
                <a:latin typeface="Roboto" panose="02000000000000000000" pitchFamily="2" charset="0"/>
                <a:ea typeface="Roboto" panose="02000000000000000000" pitchFamily="2" charset="0"/>
              </a:endParaRPr>
            </a:p>
          </p:txBody>
        </p:sp>
        <p:sp>
          <p:nvSpPr>
            <p:cNvPr id="34" name="TextBox 33">
              <a:extLst>
                <a:ext uri="{FF2B5EF4-FFF2-40B4-BE49-F238E27FC236}">
                  <a16:creationId xmlns:a16="http://schemas.microsoft.com/office/drawing/2014/main" id="{8F5752B3-A3D4-DFE3-5844-E72FE8BE170F}"/>
                </a:ext>
              </a:extLst>
            </p:cNvPr>
            <p:cNvSpPr txBox="1"/>
            <p:nvPr/>
          </p:nvSpPr>
          <p:spPr>
            <a:xfrm>
              <a:off x="1235962" y="1017434"/>
              <a:ext cx="3466129" cy="227810"/>
            </a:xfrm>
            <a:prstGeom prst="rect">
              <a:avLst/>
            </a:prstGeom>
            <a:noFill/>
          </p:spPr>
          <p:txBody>
            <a:bodyPr wrap="square" rtlCol="0">
              <a:spAutoFit/>
            </a:bodyPr>
            <a:lstStyle/>
            <a:p>
              <a:pPr algn="ctr" defTabSz="1031626">
                <a:defRPr/>
              </a:pPr>
              <a:r>
                <a:rPr kumimoji="0" lang="en-US" sz="1600" b="1" i="0" u="none" strike="noStrike" kern="0" cap="none" spc="0" normalizeH="0" baseline="0" noProof="0" dirty="0">
                  <a:ln>
                    <a:noFill/>
                  </a:ln>
                  <a:solidFill>
                    <a:srgbClr val="92D050"/>
                  </a:solidFill>
                  <a:effectLst/>
                  <a:uLnTx/>
                  <a:uFillTx/>
                  <a:latin typeface="Roboto" panose="02000000000000000000" pitchFamily="2" charset="0"/>
                  <a:ea typeface="Roboto" panose="02000000000000000000" pitchFamily="2" charset="0"/>
                </a:rPr>
                <a:t>System Health</a:t>
              </a:r>
              <a:r>
                <a:rPr lang="en-US" sz="1600" b="1" kern="0" dirty="0">
                  <a:solidFill>
                    <a:srgbClr val="92D050"/>
                  </a:solidFill>
                  <a:latin typeface="Roboto" panose="02000000000000000000" pitchFamily="2" charset="0"/>
                  <a:ea typeface="Roboto" panose="02000000000000000000" pitchFamily="2" charset="0"/>
                </a:rPr>
                <a:t> and</a:t>
              </a:r>
              <a:r>
                <a:rPr kumimoji="0" lang="en-US" sz="1600" b="1" i="0" u="none" strike="noStrike" kern="0" cap="none" spc="0" normalizeH="0" baseline="0" noProof="0" dirty="0">
                  <a:ln>
                    <a:noFill/>
                  </a:ln>
                  <a:solidFill>
                    <a:srgbClr val="92D050"/>
                  </a:solidFill>
                  <a:effectLst/>
                  <a:uLnTx/>
                  <a:uFillTx/>
                  <a:latin typeface="Roboto" panose="02000000000000000000" pitchFamily="2" charset="0"/>
                  <a:ea typeface="Roboto" panose="02000000000000000000" pitchFamily="2" charset="0"/>
                </a:rPr>
                <a:t> Performance Monitoring</a:t>
              </a:r>
            </a:p>
          </p:txBody>
        </p:sp>
        <p:sp>
          <p:nvSpPr>
            <p:cNvPr id="36" name="TextBox 35">
              <a:extLst>
                <a:ext uri="{FF2B5EF4-FFF2-40B4-BE49-F238E27FC236}">
                  <a16:creationId xmlns:a16="http://schemas.microsoft.com/office/drawing/2014/main" id="{7321B2BE-462D-ED6B-3F75-D180ABECEE7B}"/>
                </a:ext>
              </a:extLst>
            </p:cNvPr>
            <p:cNvSpPr txBox="1"/>
            <p:nvPr/>
          </p:nvSpPr>
          <p:spPr>
            <a:xfrm>
              <a:off x="4833054" y="1025956"/>
              <a:ext cx="4327117" cy="227810"/>
            </a:xfrm>
            <a:prstGeom prst="rect">
              <a:avLst/>
            </a:prstGeom>
            <a:noFill/>
          </p:spPr>
          <p:txBody>
            <a:bodyPr wrap="square" rtlCol="0">
              <a:spAutoFit/>
            </a:bodyPr>
            <a:lstStyle/>
            <a:p>
              <a:pPr marL="0" marR="0" lvl="0" indent="0" defTabSz="1031626" eaLnBrk="1" fontAlgn="auto" latinLnBrk="0" hangingPunct="1">
                <a:lnSpc>
                  <a:spcPct val="100000"/>
                </a:lnSpc>
                <a:spcBef>
                  <a:spcPts val="0"/>
                </a:spcBef>
                <a:spcAft>
                  <a:spcPts val="0"/>
                </a:spcAft>
                <a:buClrTx/>
                <a:buSzTx/>
                <a:buFontTx/>
                <a:buNone/>
                <a:tabLst/>
                <a:defRPr/>
              </a:pPr>
              <a:r>
                <a:rPr lang="en-US" sz="1600" b="1" kern="0" dirty="0">
                  <a:solidFill>
                    <a:schemeClr val="accent2">
                      <a:lumMod val="75000"/>
                    </a:schemeClr>
                  </a:solidFill>
                  <a:latin typeface="Roboto" panose="02000000000000000000" pitchFamily="2" charset="0"/>
                  <a:ea typeface="Roboto" panose="02000000000000000000" pitchFamily="2" charset="0"/>
                </a:rPr>
                <a:t>Diagnostics and Troubleshooting</a:t>
              </a:r>
            </a:p>
          </p:txBody>
        </p:sp>
        <p:sp>
          <p:nvSpPr>
            <p:cNvPr id="39" name="TextBox 38">
              <a:extLst>
                <a:ext uri="{FF2B5EF4-FFF2-40B4-BE49-F238E27FC236}">
                  <a16:creationId xmlns:a16="http://schemas.microsoft.com/office/drawing/2014/main" id="{EBF90D94-159C-105D-1701-552CA29059DF}"/>
                </a:ext>
              </a:extLst>
            </p:cNvPr>
            <p:cNvSpPr txBox="1"/>
            <p:nvPr/>
          </p:nvSpPr>
          <p:spPr>
            <a:xfrm>
              <a:off x="1732112" y="2790479"/>
              <a:ext cx="2805210" cy="227810"/>
            </a:xfrm>
            <a:prstGeom prst="rect">
              <a:avLst/>
            </a:prstGeom>
            <a:noFill/>
          </p:spPr>
          <p:txBody>
            <a:bodyPr wrap="square" rtlCol="0">
              <a:spAutoFit/>
            </a:bodyPr>
            <a:lstStyle/>
            <a:p>
              <a:pPr marL="0" marR="0" lvl="0" indent="0" defTabSz="1031626" eaLnBrk="1" fontAlgn="auto" latinLnBrk="0" hangingPunct="1">
                <a:lnSpc>
                  <a:spcPct val="100000"/>
                </a:lnSpc>
                <a:spcBef>
                  <a:spcPts val="0"/>
                </a:spcBef>
                <a:spcAft>
                  <a:spcPts val="0"/>
                </a:spcAft>
                <a:buClrTx/>
                <a:buSzTx/>
                <a:buFontTx/>
                <a:buNone/>
                <a:tabLst/>
                <a:defRPr/>
              </a:pPr>
              <a:r>
                <a:rPr lang="en-US" sz="1600" b="1" kern="0" dirty="0">
                  <a:solidFill>
                    <a:schemeClr val="accent5">
                      <a:lumMod val="75000"/>
                    </a:schemeClr>
                  </a:solidFill>
                  <a:latin typeface="Roboto" panose="02000000000000000000" pitchFamily="2" charset="0"/>
                  <a:ea typeface="Roboto" panose="02000000000000000000" pitchFamily="2" charset="0"/>
                </a:rPr>
                <a:t>Maintenance &amp; Support Management</a:t>
              </a:r>
            </a:p>
          </p:txBody>
        </p:sp>
        <p:sp>
          <p:nvSpPr>
            <p:cNvPr id="41" name="TextBox 40">
              <a:extLst>
                <a:ext uri="{FF2B5EF4-FFF2-40B4-BE49-F238E27FC236}">
                  <a16:creationId xmlns:a16="http://schemas.microsoft.com/office/drawing/2014/main" id="{5E521391-F4D2-9BA4-667A-13829CFB1A5D}"/>
                </a:ext>
              </a:extLst>
            </p:cNvPr>
            <p:cNvSpPr txBox="1"/>
            <p:nvPr/>
          </p:nvSpPr>
          <p:spPr>
            <a:xfrm>
              <a:off x="4833053" y="2765800"/>
              <a:ext cx="3137385" cy="227810"/>
            </a:xfrm>
            <a:prstGeom prst="rect">
              <a:avLst/>
            </a:prstGeom>
            <a:noFill/>
          </p:spPr>
          <p:txBody>
            <a:bodyPr wrap="square" rtlCol="0">
              <a:spAutoFit/>
            </a:bodyPr>
            <a:lstStyle/>
            <a:p>
              <a:pPr marL="0" marR="0" lvl="0" indent="0" algn="ctr" defTabSz="1031626" eaLnBrk="1" fontAlgn="auto" latinLnBrk="0" hangingPunct="1">
                <a:lnSpc>
                  <a:spcPct val="100000"/>
                </a:lnSpc>
                <a:spcBef>
                  <a:spcPts val="0"/>
                </a:spcBef>
                <a:spcAft>
                  <a:spcPts val="0"/>
                </a:spcAft>
                <a:buClrTx/>
                <a:buSzTx/>
                <a:buFontTx/>
                <a:buNone/>
                <a:tabLst/>
                <a:defRPr/>
              </a:pPr>
              <a:r>
                <a:rPr lang="en-US" sz="1600" b="1" kern="0" dirty="0">
                  <a:solidFill>
                    <a:schemeClr val="accent4">
                      <a:lumMod val="75000"/>
                    </a:schemeClr>
                  </a:solidFill>
                  <a:latin typeface="Roboto" panose="02000000000000000000" pitchFamily="2" charset="0"/>
                  <a:ea typeface="Roboto" panose="02000000000000000000" pitchFamily="2" charset="0"/>
                </a:rPr>
                <a:t>Inventory and Interdependency Analysis</a:t>
              </a:r>
            </a:p>
          </p:txBody>
        </p:sp>
        <p:sp>
          <p:nvSpPr>
            <p:cNvPr id="32" name="Sev01">
              <a:extLst>
                <a:ext uri="{FF2B5EF4-FFF2-40B4-BE49-F238E27FC236}">
                  <a16:creationId xmlns:a16="http://schemas.microsoft.com/office/drawing/2014/main" id="{41C994BE-DC4A-B0DF-C76E-28AB0CA6552A}"/>
                </a:ext>
              </a:extLst>
            </p:cNvPr>
            <p:cNvSpPr/>
            <p:nvPr/>
          </p:nvSpPr>
          <p:spPr>
            <a:xfrm>
              <a:off x="665449" y="1457786"/>
              <a:ext cx="999791" cy="999791"/>
            </a:xfrm>
            <a:prstGeom prst="roundRect">
              <a:avLst/>
            </a:prstGeom>
            <a:solidFill>
              <a:schemeClr val="accent1">
                <a:lumMod val="75000"/>
              </a:schemeClr>
            </a:solidFill>
            <a:ln w="25400" cap="flat" cmpd="sng" algn="ctr">
              <a:noFill/>
              <a:prstDash val="solid"/>
            </a:ln>
            <a:effectLst/>
          </p:spPr>
          <p:txBody>
            <a:bodyPr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endParaRPr kumimoji="0" lang="en-US" sz="4800" b="0" i="0" u="none" strike="noStrike" kern="0" cap="none" spc="0" normalizeH="0" baseline="0" noProof="0" dirty="0">
                <a:ln>
                  <a:noFill/>
                </a:ln>
                <a:solidFill>
                  <a:srgbClr val="237DB9">
                    <a:lumMod val="50000"/>
                  </a:srgbClr>
                </a:solidFill>
                <a:effectLst/>
                <a:uLnTx/>
                <a:uFillTx/>
                <a:latin typeface="Roboto" panose="02000000000000000000" pitchFamily="2" charset="0"/>
                <a:ea typeface="Roboto" panose="02000000000000000000" pitchFamily="2" charset="0"/>
              </a:endParaRPr>
            </a:p>
          </p:txBody>
        </p:sp>
      </p:grpSp>
      <p:sp>
        <p:nvSpPr>
          <p:cNvPr id="48" name="Title 3">
            <a:extLst>
              <a:ext uri="{FF2B5EF4-FFF2-40B4-BE49-F238E27FC236}">
                <a16:creationId xmlns:a16="http://schemas.microsoft.com/office/drawing/2014/main" id="{538738C0-8B75-1520-587B-674FF8846BD1}"/>
              </a:ext>
            </a:extLst>
          </p:cNvPr>
          <p:cNvSpPr>
            <a:spLocks noGrp="1"/>
          </p:cNvSpPr>
          <p:nvPr>
            <p:ph type="title"/>
          </p:nvPr>
        </p:nvSpPr>
        <p:spPr>
          <a:xfrm>
            <a:off x="0" y="-41290"/>
            <a:ext cx="12191999" cy="494429"/>
          </a:xfrm>
          <a:solidFill>
            <a:schemeClr val="bg2">
              <a:lumMod val="25000"/>
            </a:schemeClr>
          </a:solidFill>
        </p:spPr>
        <p:style>
          <a:lnRef idx="2">
            <a:schemeClr val="dk1"/>
          </a:lnRef>
          <a:fillRef idx="1">
            <a:schemeClr val="lt1"/>
          </a:fillRef>
          <a:effectRef idx="0">
            <a:schemeClr val="dk1"/>
          </a:effectRef>
          <a:fontRef idx="minor">
            <a:schemeClr val="dk1"/>
          </a:fontRef>
        </p:style>
        <p:txBody>
          <a:bodyPr>
            <a:normAutofit/>
          </a:bodyPr>
          <a:lstStyle/>
          <a:p>
            <a:pPr algn="ctr"/>
            <a:r>
              <a:rPr lang="en-US" sz="3200" dirty="0">
                <a:solidFill>
                  <a:schemeClr val="bg1"/>
                </a:solidFill>
              </a:rPr>
              <a:t>Illustration of real-time Prompt &amp; Interactions</a:t>
            </a:r>
            <a:endParaRPr lang="en-US" sz="2400" b="0" dirty="0">
              <a:solidFill>
                <a:schemeClr val="bg1"/>
              </a:solidFill>
              <a:latin typeface="+mj-lt"/>
              <a:ea typeface="+mj-ea"/>
              <a:cs typeface="+mj-cs"/>
            </a:endParaRPr>
          </a:p>
        </p:txBody>
      </p:sp>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82C08022-79E1-7017-D3ED-8A4D202166B1}"/>
                  </a:ext>
                </a:extLst>
              </p:cNvPr>
              <p:cNvGraphicFramePr>
                <a:graphicFrameLocks noChangeAspect="1"/>
              </p:cNvGraphicFramePr>
              <p:nvPr/>
            </p:nvGraphicFramePr>
            <p:xfrm>
              <a:off x="2274725" y="3586606"/>
              <a:ext cx="3792094" cy="2074545"/>
            </p:xfrm>
            <a:graphic>
              <a:graphicData uri="http://schemas.microsoft.com/office/powerpoint/2016/slidezoom">
                <pslz:sldZm>
                  <pslz:sldZmObj sldId="259" cId="3032565855">
                    <pslz:zmPr id="{8EB9D98E-28B3-4ED0-939F-6936E246D061}" returnToParent="0" transitionDur="1000">
                      <p166:blipFill xmlns:p166="http://schemas.microsoft.com/office/powerpoint/2016/6/main">
                        <a:blip r:embed="rId3"/>
                        <a:stretch>
                          <a:fillRect/>
                        </a:stretch>
                      </p166:blipFill>
                      <p166:spPr xmlns:p166="http://schemas.microsoft.com/office/powerpoint/2016/6/main">
                        <a:xfrm>
                          <a:off x="0" y="0"/>
                          <a:ext cx="3792094" cy="2074545"/>
                        </a:xfrm>
                        <a:prstGeom prst="rect">
                          <a:avLst/>
                        </a:prstGeom>
                        <a:ln w="3175">
                          <a:solidFill>
                            <a:prstClr val="ltGray"/>
                          </a:solidFill>
                        </a:ln>
                      </p166:spPr>
                    </pslz:zmPr>
                  </pslz:sldZmObj>
                </pslz:sldZm>
              </a:graphicData>
            </a:graphic>
          </p:graphicFrame>
        </mc:Choice>
        <mc:Fallback xmlns="">
          <p:pic>
            <p:nvPicPr>
              <p:cNvPr id="6" name="Slide Zoom 5">
                <a:extLst>
                  <a:ext uri="{FF2B5EF4-FFF2-40B4-BE49-F238E27FC236}">
                    <a16:creationId xmlns:a16="http://schemas.microsoft.com/office/drawing/2014/main" id="{82C08022-79E1-7017-D3ED-8A4D202166B1}"/>
                  </a:ext>
                </a:extLst>
              </p:cNvPr>
              <p:cNvPicPr>
                <a:picLocks noGrp="1" noRot="1" noChangeAspect="1" noMove="1" noResize="1" noEditPoints="1" noAdjustHandles="1" noChangeArrowheads="1" noChangeShapeType="1"/>
              </p:cNvPicPr>
              <p:nvPr/>
            </p:nvPicPr>
            <p:blipFill>
              <a:blip r:embed="rId4"/>
              <a:stretch>
                <a:fillRect/>
              </a:stretch>
            </p:blipFill>
            <p:spPr>
              <a:xfrm>
                <a:off x="2274725" y="3586606"/>
                <a:ext cx="3792094" cy="207454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E42BFBDC-ABEE-6196-37B7-02E950FDF486}"/>
                  </a:ext>
                </a:extLst>
              </p:cNvPr>
              <p:cNvGraphicFramePr>
                <a:graphicFrameLocks noChangeAspect="1"/>
              </p:cNvGraphicFramePr>
              <p:nvPr/>
            </p:nvGraphicFramePr>
            <p:xfrm>
              <a:off x="6143051" y="1018340"/>
              <a:ext cx="3688080" cy="2074545"/>
            </p:xfrm>
            <a:graphic>
              <a:graphicData uri="http://schemas.microsoft.com/office/powerpoint/2016/slidezoom">
                <pslz:sldZm>
                  <pslz:sldZmObj sldId="2147470551" cId="2485987562">
                    <pslz:zmPr id="{B5D4178B-7698-4E2E-82A6-B905D93C4F5D}" returnToParent="0" transitionDur="1000">
                      <p166:blipFill xmlns:p166="http://schemas.microsoft.com/office/powerpoint/2016/6/main">
                        <a:blip r:embed="rId5"/>
                        <a:stretch>
                          <a:fillRect/>
                        </a:stretch>
                      </p166:blipFill>
                      <p166:spPr xmlns:p166="http://schemas.microsoft.com/office/powerpoint/2016/6/main">
                        <a:xfrm>
                          <a:off x="0" y="0"/>
                          <a:ext cx="3688080" cy="2074545"/>
                        </a:xfrm>
                        <a:prstGeom prst="rect">
                          <a:avLst/>
                        </a:prstGeom>
                        <a:ln w="3175">
                          <a:solidFill>
                            <a:prstClr val="ltGray"/>
                          </a:solidFill>
                        </a:ln>
                      </p166:spPr>
                    </pslz:zmPr>
                  </pslz:sldZmObj>
                </pslz:sldZm>
              </a:graphicData>
            </a:graphic>
          </p:graphicFrame>
        </mc:Choice>
        <mc:Fallback xmlns="">
          <p:pic>
            <p:nvPicPr>
              <p:cNvPr id="8" name="Slide Zoom 7">
                <a:extLst>
                  <a:ext uri="{FF2B5EF4-FFF2-40B4-BE49-F238E27FC236}">
                    <a16:creationId xmlns:a16="http://schemas.microsoft.com/office/drawing/2014/main" id="{7E7418C3-0F10-B333-6A15-9F96324B7B42}"/>
                  </a:ext>
                </a:extLst>
              </p:cNvPr>
              <p:cNvPicPr>
                <a:picLocks noGrp="1" noRot="1" noChangeAspect="1" noMove="1" noResize="1" noEditPoints="1" noAdjustHandles="1" noChangeArrowheads="1" noChangeShapeType="1"/>
              </p:cNvPicPr>
              <p:nvPr/>
            </p:nvPicPr>
            <p:blipFill>
              <a:blip r:embed="rId12"/>
              <a:stretch>
                <a:fillRect/>
              </a:stretch>
            </p:blipFill>
            <p:spPr>
              <a:xfrm>
                <a:off x="6143051" y="1018340"/>
                <a:ext cx="3688080" cy="207454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9E2F4B60-79EE-DCAF-F282-6B20D9C4F8F1}"/>
                  </a:ext>
                </a:extLst>
              </p:cNvPr>
              <p:cNvGraphicFramePr>
                <a:graphicFrameLocks noChangeAspect="1"/>
              </p:cNvGraphicFramePr>
              <p:nvPr/>
            </p:nvGraphicFramePr>
            <p:xfrm>
              <a:off x="6141178" y="3601818"/>
              <a:ext cx="3688080" cy="2074545"/>
            </p:xfrm>
            <a:graphic>
              <a:graphicData uri="http://schemas.microsoft.com/office/powerpoint/2016/slidezoom">
                <pslz:sldZm>
                  <pslz:sldZmObj sldId="2147470550" cId="2421334721">
                    <pslz:zmPr id="{A0CA8B15-4A65-4721-9CCB-DD43DA7635F9}" returnToParent="0" transitionDur="1000">
                      <p166:blipFill xmlns:p166="http://schemas.microsoft.com/office/powerpoint/2016/6/main">
                        <a:blip r:embed="rId13"/>
                        <a:stretch>
                          <a:fillRect/>
                        </a:stretch>
                      </p166:blipFill>
                      <p166:spPr xmlns:p166="http://schemas.microsoft.com/office/powerpoint/2016/6/main">
                        <a:xfrm>
                          <a:off x="0" y="0"/>
                          <a:ext cx="3688080" cy="2074545"/>
                        </a:xfrm>
                        <a:prstGeom prst="rect">
                          <a:avLst/>
                        </a:prstGeom>
                        <a:ln w="3175">
                          <a:solidFill>
                            <a:prstClr val="ltGray"/>
                          </a:solidFill>
                        </a:ln>
                      </p166:spPr>
                    </pslz:zmPr>
                  </pslz:sldZmObj>
                </pslz:sldZm>
              </a:graphicData>
            </a:graphic>
          </p:graphicFrame>
        </mc:Choice>
        <mc:Fallback xmlns="">
          <p:pic>
            <p:nvPicPr>
              <p:cNvPr id="10" name="Slide Zoom 9">
                <a:extLst>
                  <a:ext uri="{FF2B5EF4-FFF2-40B4-BE49-F238E27FC236}">
                    <a16:creationId xmlns:a16="http://schemas.microsoft.com/office/drawing/2014/main" id="{C6314F31-B68E-CF01-1887-267E001C9BA4}"/>
                  </a:ext>
                </a:extLst>
              </p:cNvPr>
              <p:cNvPicPr>
                <a:picLocks noGrp="1" noRot="1" noChangeAspect="1" noMove="1" noResize="1" noEditPoints="1" noAdjustHandles="1" noChangeArrowheads="1" noChangeShapeType="1"/>
              </p:cNvPicPr>
              <p:nvPr/>
            </p:nvPicPr>
            <p:blipFill>
              <a:blip r:embed="rId14"/>
              <a:stretch>
                <a:fillRect/>
              </a:stretch>
            </p:blipFill>
            <p:spPr>
              <a:xfrm>
                <a:off x="6141178" y="3601818"/>
                <a:ext cx="3688080" cy="207454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FE879F90-435F-BB4A-3681-B3B827CA012E}"/>
                  </a:ext>
                </a:extLst>
              </p:cNvPr>
              <p:cNvGraphicFramePr>
                <a:graphicFrameLocks noChangeAspect="1"/>
              </p:cNvGraphicFramePr>
              <p:nvPr/>
            </p:nvGraphicFramePr>
            <p:xfrm>
              <a:off x="2298223" y="1027115"/>
              <a:ext cx="3757333" cy="2085068"/>
            </p:xfrm>
            <a:graphic>
              <a:graphicData uri="http://schemas.microsoft.com/office/powerpoint/2016/slidezoom">
                <pslz:sldZm>
                  <pslz:sldZmObj sldId="2147470549" cId="1813339699">
                    <pslz:zmPr id="{9DA9190A-E8C0-48DE-A01E-2DC389611DB2}" returnToParent="0" transitionDur="1000">
                      <p166:blipFill xmlns:p166="http://schemas.microsoft.com/office/powerpoint/2016/6/main">
                        <a:blip r:embed="rId15"/>
                        <a:stretch>
                          <a:fillRect/>
                        </a:stretch>
                      </p166:blipFill>
                      <p166:spPr xmlns:p166="http://schemas.microsoft.com/office/powerpoint/2016/6/main">
                        <a:xfrm>
                          <a:off x="0" y="0"/>
                          <a:ext cx="3757333" cy="2085068"/>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FE879F90-435F-BB4A-3681-B3B827CA012E}"/>
                  </a:ext>
                </a:extLst>
              </p:cNvPr>
              <p:cNvPicPr>
                <a:picLocks noGrp="1" noRot="1" noChangeAspect="1" noMove="1" noResize="1" noEditPoints="1" noAdjustHandles="1" noChangeArrowheads="1" noChangeShapeType="1"/>
              </p:cNvPicPr>
              <p:nvPr/>
            </p:nvPicPr>
            <p:blipFill>
              <a:blip r:embed="rId16"/>
              <a:stretch>
                <a:fillRect/>
              </a:stretch>
            </p:blipFill>
            <p:spPr>
              <a:xfrm>
                <a:off x="2298223" y="1027115"/>
                <a:ext cx="3757333" cy="2085068"/>
              </a:xfrm>
              <a:prstGeom prst="rect">
                <a:avLst/>
              </a:prstGeom>
              <a:ln w="3175">
                <a:solidFill>
                  <a:prstClr val="ltGray"/>
                </a:solidFill>
              </a:ln>
            </p:spPr>
          </p:pic>
        </mc:Fallback>
      </mc:AlternateContent>
      <p:sp>
        <p:nvSpPr>
          <p:cNvPr id="11" name="Sev02">
            <a:extLst>
              <a:ext uri="{FF2B5EF4-FFF2-40B4-BE49-F238E27FC236}">
                <a16:creationId xmlns:a16="http://schemas.microsoft.com/office/drawing/2014/main" id="{D80927BE-B313-4FDE-6A99-C22637E1B223}"/>
              </a:ext>
            </a:extLst>
          </p:cNvPr>
          <p:cNvSpPr/>
          <p:nvPr/>
        </p:nvSpPr>
        <p:spPr>
          <a:xfrm>
            <a:off x="10022797" y="4000211"/>
            <a:ext cx="1217261" cy="1350741"/>
          </a:xfrm>
          <a:prstGeom prst="roundRect">
            <a:avLst/>
          </a:prstGeom>
          <a:solidFill>
            <a:schemeClr val="accent4">
              <a:lumMod val="75000"/>
            </a:schemeClr>
          </a:solidFill>
          <a:ln w="25400" cap="flat" cmpd="sng" algn="ctr">
            <a:noFill/>
            <a:prstDash val="solid"/>
          </a:ln>
          <a:effectLst/>
        </p:spPr>
        <p:txBody>
          <a:bodyPr rtlCol="0" anchor="ctr"/>
          <a:lstStyle/>
          <a:p>
            <a:pPr marL="0" marR="0" lvl="0" indent="0" algn="ctr" defTabSz="1031626" eaLnBrk="1" fontAlgn="auto" latinLnBrk="0" hangingPunct="1">
              <a:lnSpc>
                <a:spcPct val="100000"/>
              </a:lnSpc>
              <a:spcBef>
                <a:spcPts val="0"/>
              </a:spcBef>
              <a:spcAft>
                <a:spcPts val="0"/>
              </a:spcAft>
              <a:buClrTx/>
              <a:buSzTx/>
              <a:buFontTx/>
              <a:buNone/>
              <a:tabLst/>
              <a:defRPr/>
            </a:pPr>
            <a:endParaRPr kumimoji="0" lang="en-US" sz="7200" b="0" i="0" u="none" strike="noStrike" kern="0" cap="none" spc="0" normalizeH="0" baseline="0" noProof="0" dirty="0">
              <a:ln>
                <a:noFill/>
              </a:ln>
              <a:solidFill>
                <a:srgbClr val="15AA96">
                  <a:lumMod val="50000"/>
                </a:srgbClr>
              </a:solidFill>
              <a:effectLst/>
              <a:uLnTx/>
              <a:uFillTx/>
              <a:latin typeface="Roboto" panose="02000000000000000000" pitchFamily="2" charset="0"/>
              <a:ea typeface="Roboto" panose="02000000000000000000" pitchFamily="2" charset="0"/>
            </a:endParaRPr>
          </a:p>
        </p:txBody>
      </p:sp>
      <p:pic>
        <p:nvPicPr>
          <p:cNvPr id="13" name="Graphic 12" descr="Eye outline">
            <a:extLst>
              <a:ext uri="{FF2B5EF4-FFF2-40B4-BE49-F238E27FC236}">
                <a16:creationId xmlns:a16="http://schemas.microsoft.com/office/drawing/2014/main" id="{A1EA7EC5-3ACC-DA50-C726-2412A3876DD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173212" y="4224400"/>
            <a:ext cx="914400" cy="914400"/>
          </a:xfrm>
          <a:prstGeom prst="rect">
            <a:avLst/>
          </a:prstGeom>
        </p:spPr>
      </p:pic>
      <p:pic>
        <p:nvPicPr>
          <p:cNvPr id="15" name="Graphic 14" descr="Money outline">
            <a:extLst>
              <a:ext uri="{FF2B5EF4-FFF2-40B4-BE49-F238E27FC236}">
                <a16:creationId xmlns:a16="http://schemas.microsoft.com/office/drawing/2014/main" id="{521E4785-D445-3D8F-88DB-EB32C0F4C96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16914" y="4149244"/>
            <a:ext cx="914400" cy="914400"/>
          </a:xfrm>
          <a:prstGeom prst="rect">
            <a:avLst/>
          </a:prstGeom>
        </p:spPr>
      </p:pic>
      <p:pic>
        <p:nvPicPr>
          <p:cNvPr id="17" name="Graphic 16" descr="Tag outline">
            <a:extLst>
              <a:ext uri="{FF2B5EF4-FFF2-40B4-BE49-F238E27FC236}">
                <a16:creationId xmlns:a16="http://schemas.microsoft.com/office/drawing/2014/main" id="{A62173F1-9B4B-541A-674D-C788CF30DBA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90976" y="1614975"/>
            <a:ext cx="914400" cy="914400"/>
          </a:xfrm>
          <a:prstGeom prst="rect">
            <a:avLst/>
          </a:prstGeom>
        </p:spPr>
      </p:pic>
      <p:pic>
        <p:nvPicPr>
          <p:cNvPr id="23" name="Graphic 22" descr="Compost outline">
            <a:extLst>
              <a:ext uri="{FF2B5EF4-FFF2-40B4-BE49-F238E27FC236}">
                <a16:creationId xmlns:a16="http://schemas.microsoft.com/office/drawing/2014/main" id="{EAAC6B87-B4E8-2A50-4EAC-CD82F9E65E18}"/>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173212" y="1598359"/>
            <a:ext cx="914400" cy="914400"/>
          </a:xfrm>
          <a:prstGeom prst="rect">
            <a:avLst/>
          </a:prstGeom>
        </p:spPr>
      </p:pic>
    </p:spTree>
    <p:extLst>
      <p:ext uri="{BB962C8B-B14F-4D97-AF65-F5344CB8AC3E}">
        <p14:creationId xmlns:p14="http://schemas.microsoft.com/office/powerpoint/2010/main" val="1678698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D2B36-54D4-2189-C3CA-E5AC9E091452}"/>
              </a:ext>
            </a:extLst>
          </p:cNvPr>
          <p:cNvSpPr>
            <a:spLocks noGrp="1"/>
          </p:cNvSpPr>
          <p:nvPr>
            <p:ph type="title"/>
          </p:nvPr>
        </p:nvSpPr>
        <p:spPr>
          <a:xfrm>
            <a:off x="239345" y="-69450"/>
            <a:ext cx="11210925" cy="726424"/>
          </a:xfrm>
        </p:spPr>
        <p:txBody>
          <a:bodyPr vert="horz" lIns="91440" tIns="45720" rIns="91440" bIns="45720" rtlCol="0" anchor="ctr">
            <a:normAutofit/>
          </a:bodyPr>
          <a:lstStyle/>
          <a:p>
            <a:r>
              <a:rPr kumimoji="0" lang="en-US" sz="2400" b="1" i="0" u="none" strike="noStrike" kern="0" cap="none" spc="0" normalizeH="0" baseline="0" noProof="0" dirty="0">
                <a:ln>
                  <a:noFill/>
                </a:ln>
                <a:solidFill>
                  <a:srgbClr val="92D050"/>
                </a:solidFill>
                <a:effectLst/>
                <a:uLnTx/>
                <a:uFillTx/>
                <a:latin typeface="Roboto" panose="02000000000000000000" pitchFamily="2" charset="0"/>
                <a:ea typeface="Roboto" panose="02000000000000000000" pitchFamily="2" charset="0"/>
              </a:rPr>
              <a:t>Sensor's health, &amp; Performance Monitoring</a:t>
            </a:r>
            <a:endParaRPr lang="en-US" sz="2400" kern="1200" dirty="0"/>
          </a:p>
        </p:txBody>
      </p:sp>
      <p:sp>
        <p:nvSpPr>
          <p:cNvPr id="11" name="Rectangle: Rounded Corners 10">
            <a:extLst>
              <a:ext uri="{FF2B5EF4-FFF2-40B4-BE49-F238E27FC236}">
                <a16:creationId xmlns:a16="http://schemas.microsoft.com/office/drawing/2014/main" id="{955CC136-073B-E972-4C42-67CD1050D799}"/>
              </a:ext>
            </a:extLst>
          </p:cNvPr>
          <p:cNvSpPr/>
          <p:nvPr/>
        </p:nvSpPr>
        <p:spPr>
          <a:xfrm>
            <a:off x="92597" y="726425"/>
            <a:ext cx="11979798" cy="5963742"/>
          </a:xfrm>
          <a:prstGeom prst="round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highlight>
                <a:srgbClr val="008000"/>
              </a:highlight>
            </a:endParaRPr>
          </a:p>
        </p:txBody>
      </p:sp>
      <p:pic>
        <p:nvPicPr>
          <p:cNvPr id="12" name="Picture 11">
            <a:extLst>
              <a:ext uri="{FF2B5EF4-FFF2-40B4-BE49-F238E27FC236}">
                <a16:creationId xmlns:a16="http://schemas.microsoft.com/office/drawing/2014/main" id="{5C31B5AD-8BB8-59EA-B833-DF9623B5E610}"/>
              </a:ext>
            </a:extLst>
          </p:cNvPr>
          <p:cNvPicPr>
            <a:picLocks noChangeAspect="1"/>
          </p:cNvPicPr>
          <p:nvPr/>
        </p:nvPicPr>
        <p:blipFill>
          <a:blip r:embed="rId3"/>
          <a:srcRect b="4281"/>
          <a:stretch/>
        </p:blipFill>
        <p:spPr>
          <a:xfrm>
            <a:off x="329732" y="1049170"/>
            <a:ext cx="3357315" cy="3106141"/>
          </a:xfrm>
          <a:prstGeom prst="rect">
            <a:avLst/>
          </a:prstGeom>
        </p:spPr>
      </p:pic>
      <p:pic>
        <p:nvPicPr>
          <p:cNvPr id="13" name="Picture 12" descr="A screenshot of a computer&#10;&#10;Description automatically generated">
            <a:extLst>
              <a:ext uri="{FF2B5EF4-FFF2-40B4-BE49-F238E27FC236}">
                <a16:creationId xmlns:a16="http://schemas.microsoft.com/office/drawing/2014/main" id="{7A60A9DE-CE57-5E2F-5855-0CDEBF30BF6C}"/>
              </a:ext>
            </a:extLst>
          </p:cNvPr>
          <p:cNvPicPr>
            <a:picLocks noChangeAspect="1"/>
          </p:cNvPicPr>
          <p:nvPr/>
        </p:nvPicPr>
        <p:blipFill>
          <a:blip r:embed="rId4"/>
          <a:stretch>
            <a:fillRect/>
          </a:stretch>
        </p:blipFill>
        <p:spPr>
          <a:xfrm>
            <a:off x="329732" y="4224761"/>
            <a:ext cx="3357315" cy="2291783"/>
          </a:xfrm>
          <a:prstGeom prst="rect">
            <a:avLst/>
          </a:prstGeom>
        </p:spPr>
      </p:pic>
      <p:pic>
        <p:nvPicPr>
          <p:cNvPr id="14" name="Picture 13" descr="A screenshot of a computer&#10;&#10;Description automatically generated">
            <a:extLst>
              <a:ext uri="{FF2B5EF4-FFF2-40B4-BE49-F238E27FC236}">
                <a16:creationId xmlns:a16="http://schemas.microsoft.com/office/drawing/2014/main" id="{8DA8FED1-A745-3AF5-54FC-2F365A15C599}"/>
              </a:ext>
            </a:extLst>
          </p:cNvPr>
          <p:cNvPicPr>
            <a:picLocks noChangeAspect="1"/>
          </p:cNvPicPr>
          <p:nvPr/>
        </p:nvPicPr>
        <p:blipFill>
          <a:blip r:embed="rId5"/>
          <a:srcRect b="9794"/>
          <a:stretch/>
        </p:blipFill>
        <p:spPr>
          <a:xfrm>
            <a:off x="3760022" y="1049170"/>
            <a:ext cx="3829886" cy="3106141"/>
          </a:xfrm>
          <a:prstGeom prst="rect">
            <a:avLst/>
          </a:prstGeom>
        </p:spPr>
      </p:pic>
      <p:pic>
        <p:nvPicPr>
          <p:cNvPr id="15" name="Picture 14" descr="A screenshot of a computer&#10;&#10;Description automatically generated">
            <a:extLst>
              <a:ext uri="{FF2B5EF4-FFF2-40B4-BE49-F238E27FC236}">
                <a16:creationId xmlns:a16="http://schemas.microsoft.com/office/drawing/2014/main" id="{39EED499-DA56-6349-459F-D58A28C8BBB0}"/>
              </a:ext>
            </a:extLst>
          </p:cNvPr>
          <p:cNvPicPr>
            <a:picLocks noChangeAspect="1"/>
          </p:cNvPicPr>
          <p:nvPr/>
        </p:nvPicPr>
        <p:blipFill>
          <a:blip r:embed="rId6"/>
          <a:srcRect b="6581"/>
          <a:stretch/>
        </p:blipFill>
        <p:spPr>
          <a:xfrm>
            <a:off x="3771597" y="4224761"/>
            <a:ext cx="3818311" cy="2291785"/>
          </a:xfrm>
          <a:prstGeom prst="rect">
            <a:avLst/>
          </a:prstGeom>
        </p:spPr>
      </p:pic>
      <p:pic>
        <p:nvPicPr>
          <p:cNvPr id="16" name="Picture 15" descr="A screenshot of a computer error message&#10;&#10;Description automatically generated">
            <a:extLst>
              <a:ext uri="{FF2B5EF4-FFF2-40B4-BE49-F238E27FC236}">
                <a16:creationId xmlns:a16="http://schemas.microsoft.com/office/drawing/2014/main" id="{8E318A66-610B-BACB-BF32-FD078E140A33}"/>
              </a:ext>
            </a:extLst>
          </p:cNvPr>
          <p:cNvPicPr>
            <a:picLocks noChangeAspect="1"/>
          </p:cNvPicPr>
          <p:nvPr/>
        </p:nvPicPr>
        <p:blipFill>
          <a:blip r:embed="rId7"/>
          <a:stretch>
            <a:fillRect/>
          </a:stretch>
        </p:blipFill>
        <p:spPr>
          <a:xfrm>
            <a:off x="7671657" y="4224760"/>
            <a:ext cx="4170264" cy="2291785"/>
          </a:xfrm>
          <a:prstGeom prst="rect">
            <a:avLst/>
          </a:prstGeom>
        </p:spPr>
      </p:pic>
      <p:pic>
        <p:nvPicPr>
          <p:cNvPr id="17" name="Picture 16" descr="A screenshot of a computer&#10;&#10;Description automatically generated">
            <a:extLst>
              <a:ext uri="{FF2B5EF4-FFF2-40B4-BE49-F238E27FC236}">
                <a16:creationId xmlns:a16="http://schemas.microsoft.com/office/drawing/2014/main" id="{9FA3E767-C789-D42D-3548-C0072CDEC9F5}"/>
              </a:ext>
            </a:extLst>
          </p:cNvPr>
          <p:cNvPicPr>
            <a:picLocks noChangeAspect="1"/>
          </p:cNvPicPr>
          <p:nvPr/>
        </p:nvPicPr>
        <p:blipFill>
          <a:blip r:embed="rId8"/>
          <a:srcRect r="12255" b="3348"/>
          <a:stretch/>
        </p:blipFill>
        <p:spPr>
          <a:xfrm>
            <a:off x="7662883" y="1049169"/>
            <a:ext cx="4179037" cy="3106141"/>
          </a:xfrm>
          <a:prstGeom prst="rect">
            <a:avLst/>
          </a:prstGeom>
        </p:spPr>
      </p:pic>
    </p:spTree>
    <p:extLst>
      <p:ext uri="{BB962C8B-B14F-4D97-AF65-F5344CB8AC3E}">
        <p14:creationId xmlns:p14="http://schemas.microsoft.com/office/powerpoint/2010/main" val="1813339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D2B36-54D4-2189-C3CA-E5AC9E091452}"/>
              </a:ext>
            </a:extLst>
          </p:cNvPr>
          <p:cNvSpPr>
            <a:spLocks noGrp="1"/>
          </p:cNvSpPr>
          <p:nvPr>
            <p:ph type="title"/>
          </p:nvPr>
        </p:nvSpPr>
        <p:spPr>
          <a:xfrm>
            <a:off x="369693" y="-151496"/>
            <a:ext cx="7061616" cy="804161"/>
          </a:xfrm>
        </p:spPr>
        <p:txBody>
          <a:bodyPr vert="horz" lIns="91440" tIns="45720" rIns="91440" bIns="45720" rtlCol="0" anchor="ctr">
            <a:normAutofit/>
          </a:bodyPr>
          <a:lstStyle/>
          <a:p>
            <a:pPr lvl="0" defTabSz="1031626">
              <a:spcBef>
                <a:spcPts val="0"/>
              </a:spcBef>
              <a:defRPr/>
            </a:pPr>
            <a:r>
              <a:rPr lang="en-US" sz="2400" kern="0" dirty="0">
                <a:solidFill>
                  <a:schemeClr val="accent2">
                    <a:lumMod val="75000"/>
                  </a:schemeClr>
                </a:solidFill>
                <a:latin typeface="Roboto" panose="02000000000000000000" pitchFamily="2" charset="0"/>
                <a:ea typeface="Roboto" panose="02000000000000000000" pitchFamily="2" charset="0"/>
              </a:rPr>
              <a:t>Sensor Diagnostics and Troubleshooting</a:t>
            </a:r>
          </a:p>
        </p:txBody>
      </p:sp>
      <p:sp>
        <p:nvSpPr>
          <p:cNvPr id="5" name="Content Placeholder 2">
            <a:extLst>
              <a:ext uri="{FF2B5EF4-FFF2-40B4-BE49-F238E27FC236}">
                <a16:creationId xmlns:a16="http://schemas.microsoft.com/office/drawing/2014/main" id="{AC03BEA5-4186-2766-3D8B-25B2B3F95295}"/>
              </a:ext>
            </a:extLst>
          </p:cNvPr>
          <p:cNvSpPr txBox="1">
            <a:spLocks/>
          </p:cNvSpPr>
          <p:nvPr/>
        </p:nvSpPr>
        <p:spPr>
          <a:xfrm>
            <a:off x="838200" y="18256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cs typeface="Segoe UI"/>
            </a:endParaRPr>
          </a:p>
        </p:txBody>
      </p:sp>
      <p:sp>
        <p:nvSpPr>
          <p:cNvPr id="3" name="Rectangle: Rounded Corners 2">
            <a:extLst>
              <a:ext uri="{FF2B5EF4-FFF2-40B4-BE49-F238E27FC236}">
                <a16:creationId xmlns:a16="http://schemas.microsoft.com/office/drawing/2014/main" id="{E15CE580-985E-5BE2-1C33-283C31673588}"/>
              </a:ext>
            </a:extLst>
          </p:cNvPr>
          <p:cNvSpPr/>
          <p:nvPr/>
        </p:nvSpPr>
        <p:spPr>
          <a:xfrm>
            <a:off x="92597" y="726425"/>
            <a:ext cx="11979798" cy="5963742"/>
          </a:xfrm>
          <a:prstGeom prst="round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highlight>
                <a:srgbClr val="008000"/>
              </a:highlight>
            </a:endParaRPr>
          </a:p>
        </p:txBody>
      </p:sp>
      <p:pic>
        <p:nvPicPr>
          <p:cNvPr id="15" name="Picture 14" descr="A screenshot of a computer&#10;&#10;Description automatically generated">
            <a:extLst>
              <a:ext uri="{FF2B5EF4-FFF2-40B4-BE49-F238E27FC236}">
                <a16:creationId xmlns:a16="http://schemas.microsoft.com/office/drawing/2014/main" id="{E43AB1D4-B552-94AC-98C7-0EF07E7947BD}"/>
              </a:ext>
            </a:extLst>
          </p:cNvPr>
          <p:cNvPicPr>
            <a:picLocks noChangeAspect="1"/>
          </p:cNvPicPr>
          <p:nvPr/>
        </p:nvPicPr>
        <p:blipFill>
          <a:blip r:embed="rId3"/>
          <a:stretch>
            <a:fillRect/>
          </a:stretch>
        </p:blipFill>
        <p:spPr>
          <a:xfrm>
            <a:off x="237131" y="1312420"/>
            <a:ext cx="3405009" cy="4880033"/>
          </a:xfrm>
          <a:prstGeom prst="rect">
            <a:avLst/>
          </a:prstGeom>
        </p:spPr>
      </p:pic>
      <p:pic>
        <p:nvPicPr>
          <p:cNvPr id="16" name="Picture 15" descr="A screenshot of a computer&#10;&#10;Description automatically generated">
            <a:extLst>
              <a:ext uri="{FF2B5EF4-FFF2-40B4-BE49-F238E27FC236}">
                <a16:creationId xmlns:a16="http://schemas.microsoft.com/office/drawing/2014/main" id="{7484134D-D76B-4E0B-617F-7E7E735667CE}"/>
              </a:ext>
            </a:extLst>
          </p:cNvPr>
          <p:cNvPicPr>
            <a:picLocks noChangeAspect="1"/>
          </p:cNvPicPr>
          <p:nvPr/>
        </p:nvPicPr>
        <p:blipFill>
          <a:blip r:embed="rId4"/>
          <a:stretch>
            <a:fillRect/>
          </a:stretch>
        </p:blipFill>
        <p:spPr>
          <a:xfrm>
            <a:off x="3715830" y="1312420"/>
            <a:ext cx="3873500" cy="1872106"/>
          </a:xfrm>
          <a:prstGeom prst="rect">
            <a:avLst/>
          </a:prstGeom>
        </p:spPr>
      </p:pic>
      <p:pic>
        <p:nvPicPr>
          <p:cNvPr id="17" name="Picture 16" descr="A screenshot of a computer&#10;&#10;Description automatically generated">
            <a:extLst>
              <a:ext uri="{FF2B5EF4-FFF2-40B4-BE49-F238E27FC236}">
                <a16:creationId xmlns:a16="http://schemas.microsoft.com/office/drawing/2014/main" id="{DFB35510-33A2-7DA2-F00F-603ABE0D1FD3}"/>
              </a:ext>
            </a:extLst>
          </p:cNvPr>
          <p:cNvPicPr>
            <a:picLocks noChangeAspect="1"/>
          </p:cNvPicPr>
          <p:nvPr/>
        </p:nvPicPr>
        <p:blipFill>
          <a:blip r:embed="rId5"/>
          <a:stretch>
            <a:fillRect/>
          </a:stretch>
        </p:blipFill>
        <p:spPr>
          <a:xfrm>
            <a:off x="3711837" y="3235136"/>
            <a:ext cx="3873500" cy="2957317"/>
          </a:xfrm>
          <a:prstGeom prst="rect">
            <a:avLst/>
          </a:prstGeom>
        </p:spPr>
      </p:pic>
      <p:pic>
        <p:nvPicPr>
          <p:cNvPr id="18" name="Picture 17" descr="A screenshot of a computer&#10;&#10;Description automatically generated">
            <a:extLst>
              <a:ext uri="{FF2B5EF4-FFF2-40B4-BE49-F238E27FC236}">
                <a16:creationId xmlns:a16="http://schemas.microsoft.com/office/drawing/2014/main" id="{BB29CB7B-BE7B-1AF5-48E7-7990FD315901}"/>
              </a:ext>
            </a:extLst>
          </p:cNvPr>
          <p:cNvPicPr>
            <a:picLocks noChangeAspect="1"/>
          </p:cNvPicPr>
          <p:nvPr/>
        </p:nvPicPr>
        <p:blipFill>
          <a:blip r:embed="rId6"/>
          <a:stretch>
            <a:fillRect/>
          </a:stretch>
        </p:blipFill>
        <p:spPr>
          <a:xfrm>
            <a:off x="7651444" y="1315575"/>
            <a:ext cx="4291847" cy="1868951"/>
          </a:xfrm>
          <a:prstGeom prst="rect">
            <a:avLst/>
          </a:prstGeom>
        </p:spPr>
      </p:pic>
      <p:pic>
        <p:nvPicPr>
          <p:cNvPr id="20" name="Picture 19" descr="A screenshot of a computer&#10;&#10;Description automatically generated">
            <a:extLst>
              <a:ext uri="{FF2B5EF4-FFF2-40B4-BE49-F238E27FC236}">
                <a16:creationId xmlns:a16="http://schemas.microsoft.com/office/drawing/2014/main" id="{1CFDD2C4-A464-4232-1027-77763D89F42E}"/>
              </a:ext>
            </a:extLst>
          </p:cNvPr>
          <p:cNvPicPr>
            <a:picLocks noChangeAspect="1"/>
          </p:cNvPicPr>
          <p:nvPr/>
        </p:nvPicPr>
        <p:blipFill>
          <a:blip r:embed="rId7"/>
          <a:stretch>
            <a:fillRect/>
          </a:stretch>
        </p:blipFill>
        <p:spPr>
          <a:xfrm>
            <a:off x="7655033" y="3243263"/>
            <a:ext cx="4291847" cy="2933700"/>
          </a:xfrm>
          <a:prstGeom prst="rect">
            <a:avLst/>
          </a:prstGeom>
        </p:spPr>
      </p:pic>
    </p:spTree>
    <p:extLst>
      <p:ext uri="{BB962C8B-B14F-4D97-AF65-F5344CB8AC3E}">
        <p14:creationId xmlns:p14="http://schemas.microsoft.com/office/powerpoint/2010/main" val="2485987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D2B36-54D4-2189-C3CA-E5AC9E091452}"/>
              </a:ext>
            </a:extLst>
          </p:cNvPr>
          <p:cNvSpPr>
            <a:spLocks noGrp="1"/>
          </p:cNvSpPr>
          <p:nvPr>
            <p:ph type="title"/>
          </p:nvPr>
        </p:nvSpPr>
        <p:spPr>
          <a:xfrm>
            <a:off x="213982" y="51252"/>
            <a:ext cx="11181468" cy="692313"/>
          </a:xfrm>
        </p:spPr>
        <p:txBody>
          <a:bodyPr>
            <a:normAutofit/>
          </a:bodyPr>
          <a:lstStyle/>
          <a:p>
            <a:pPr marL="0" marR="0" lvl="0" indent="0" defTabSz="1031626" eaLnBrk="1" fontAlgn="auto" latinLnBrk="0" hangingPunct="1">
              <a:lnSpc>
                <a:spcPct val="100000"/>
              </a:lnSpc>
              <a:spcBef>
                <a:spcPts val="0"/>
              </a:spcBef>
              <a:spcAft>
                <a:spcPts val="0"/>
              </a:spcAft>
              <a:buClrTx/>
              <a:buSzTx/>
              <a:buFontTx/>
              <a:buNone/>
              <a:tabLst/>
              <a:defRPr/>
            </a:pPr>
            <a:r>
              <a:rPr lang="en-US" sz="2400" kern="0" dirty="0">
                <a:solidFill>
                  <a:schemeClr val="accent5">
                    <a:lumMod val="75000"/>
                  </a:schemeClr>
                </a:solidFill>
                <a:latin typeface="Roboto" panose="02000000000000000000" pitchFamily="2" charset="0"/>
                <a:ea typeface="Roboto" panose="02000000000000000000" pitchFamily="2" charset="0"/>
                <a:cs typeface="+mn-cs"/>
              </a:rPr>
              <a:t>Maintenance &amp; Support Management</a:t>
            </a:r>
          </a:p>
        </p:txBody>
      </p:sp>
      <p:sp>
        <p:nvSpPr>
          <p:cNvPr id="16" name="Rectangle: Rounded Corners 15">
            <a:extLst>
              <a:ext uri="{FF2B5EF4-FFF2-40B4-BE49-F238E27FC236}">
                <a16:creationId xmlns:a16="http://schemas.microsoft.com/office/drawing/2014/main" id="{5A5FFD08-4C01-1E8B-E3FF-AFCFE9B50E2C}"/>
              </a:ext>
            </a:extLst>
          </p:cNvPr>
          <p:cNvSpPr/>
          <p:nvPr/>
        </p:nvSpPr>
        <p:spPr>
          <a:xfrm>
            <a:off x="92597" y="726425"/>
            <a:ext cx="11979798" cy="5963742"/>
          </a:xfrm>
          <a:prstGeom prst="round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highlight>
                <a:srgbClr val="008000"/>
              </a:highlight>
            </a:endParaRPr>
          </a:p>
        </p:txBody>
      </p:sp>
      <p:pic>
        <p:nvPicPr>
          <p:cNvPr id="23" name="Picture 22" descr="A screenshot of a computer&#10;&#10;Description automatically generated">
            <a:extLst>
              <a:ext uri="{FF2B5EF4-FFF2-40B4-BE49-F238E27FC236}">
                <a16:creationId xmlns:a16="http://schemas.microsoft.com/office/drawing/2014/main" id="{A345817B-3FEA-4167-8E64-4A44C3F19594}"/>
              </a:ext>
            </a:extLst>
          </p:cNvPr>
          <p:cNvPicPr>
            <a:picLocks noChangeAspect="1"/>
          </p:cNvPicPr>
          <p:nvPr/>
        </p:nvPicPr>
        <p:blipFill>
          <a:blip r:embed="rId3"/>
          <a:srcRect b="3060"/>
          <a:stretch/>
        </p:blipFill>
        <p:spPr>
          <a:xfrm>
            <a:off x="200630" y="1298406"/>
            <a:ext cx="3796838" cy="4894048"/>
          </a:xfrm>
          <a:prstGeom prst="rect">
            <a:avLst/>
          </a:prstGeom>
        </p:spPr>
      </p:pic>
      <p:pic>
        <p:nvPicPr>
          <p:cNvPr id="24" name="Picture 23" descr="A screenshot of a message&#10;&#10;Description automatically generated">
            <a:extLst>
              <a:ext uri="{FF2B5EF4-FFF2-40B4-BE49-F238E27FC236}">
                <a16:creationId xmlns:a16="http://schemas.microsoft.com/office/drawing/2014/main" id="{A141A5D6-42AB-2583-8981-E9369353EB3A}"/>
              </a:ext>
            </a:extLst>
          </p:cNvPr>
          <p:cNvPicPr>
            <a:picLocks noChangeAspect="1"/>
          </p:cNvPicPr>
          <p:nvPr/>
        </p:nvPicPr>
        <p:blipFill>
          <a:blip r:embed="rId4"/>
          <a:stretch>
            <a:fillRect/>
          </a:stretch>
        </p:blipFill>
        <p:spPr>
          <a:xfrm>
            <a:off x="7980995" y="1290244"/>
            <a:ext cx="3825670" cy="2344207"/>
          </a:xfrm>
          <a:prstGeom prst="rect">
            <a:avLst/>
          </a:prstGeom>
        </p:spPr>
      </p:pic>
      <p:pic>
        <p:nvPicPr>
          <p:cNvPr id="25" name="Picture 24" descr="A screenshot of a computer&#10;&#10;Description automatically generated">
            <a:extLst>
              <a:ext uri="{FF2B5EF4-FFF2-40B4-BE49-F238E27FC236}">
                <a16:creationId xmlns:a16="http://schemas.microsoft.com/office/drawing/2014/main" id="{6DE90B4B-59E9-FDDB-F2F8-E0FBF2AF9EFD}"/>
              </a:ext>
            </a:extLst>
          </p:cNvPr>
          <p:cNvPicPr>
            <a:picLocks noChangeAspect="1"/>
          </p:cNvPicPr>
          <p:nvPr/>
        </p:nvPicPr>
        <p:blipFill>
          <a:blip r:embed="rId5"/>
          <a:stretch>
            <a:fillRect/>
          </a:stretch>
        </p:blipFill>
        <p:spPr>
          <a:xfrm>
            <a:off x="4068754" y="1298407"/>
            <a:ext cx="3796838" cy="4894048"/>
          </a:xfrm>
          <a:prstGeom prst="rect">
            <a:avLst/>
          </a:prstGeom>
        </p:spPr>
      </p:pic>
    </p:spTree>
    <p:extLst>
      <p:ext uri="{BB962C8B-B14F-4D97-AF65-F5344CB8AC3E}">
        <p14:creationId xmlns:p14="http://schemas.microsoft.com/office/powerpoint/2010/main" val="3032565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D2B36-54D4-2189-C3CA-E5AC9E091452}"/>
              </a:ext>
            </a:extLst>
          </p:cNvPr>
          <p:cNvSpPr>
            <a:spLocks noGrp="1"/>
          </p:cNvSpPr>
          <p:nvPr>
            <p:ph type="title"/>
          </p:nvPr>
        </p:nvSpPr>
        <p:spPr>
          <a:xfrm>
            <a:off x="886300" y="197386"/>
            <a:ext cx="8570851" cy="2255461"/>
          </a:xfrm>
        </p:spPr>
        <p:txBody>
          <a:bodyPr anchor="t">
            <a:normAutofit/>
          </a:bodyPr>
          <a:lstStyle/>
          <a:p>
            <a:br>
              <a:rPr kumimoji="0" lang="en-US" sz="3200" b="1" i="0" u="none" strike="noStrike" kern="0" cap="none" spc="0" normalizeH="0" baseline="0" noProof="0" dirty="0">
                <a:ln>
                  <a:noFill/>
                </a:ln>
                <a:effectLst/>
                <a:uLnTx/>
                <a:uFillTx/>
                <a:latin typeface="Roboto" panose="02000000000000000000" pitchFamily="2" charset="0"/>
                <a:ea typeface="Roboto" panose="02000000000000000000" pitchFamily="2" charset="0"/>
              </a:rPr>
            </a:br>
            <a:endParaRPr lang="en-US" sz="3200" dirty="0"/>
          </a:p>
        </p:txBody>
      </p:sp>
      <p:sp>
        <p:nvSpPr>
          <p:cNvPr id="5" name="Content Placeholder 2">
            <a:extLst>
              <a:ext uri="{FF2B5EF4-FFF2-40B4-BE49-F238E27FC236}">
                <a16:creationId xmlns:a16="http://schemas.microsoft.com/office/drawing/2014/main" id="{AC03BEA5-4186-2766-3D8B-25B2B3F95295}"/>
              </a:ext>
            </a:extLst>
          </p:cNvPr>
          <p:cNvSpPr txBox="1">
            <a:spLocks/>
          </p:cNvSpPr>
          <p:nvPr/>
        </p:nvSpPr>
        <p:spPr>
          <a:xfrm>
            <a:off x="838200" y="18256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cs typeface="Segoe UI"/>
            </a:endParaRPr>
          </a:p>
        </p:txBody>
      </p:sp>
      <p:sp>
        <p:nvSpPr>
          <p:cNvPr id="7" name="TextBox 6">
            <a:extLst>
              <a:ext uri="{FF2B5EF4-FFF2-40B4-BE49-F238E27FC236}">
                <a16:creationId xmlns:a16="http://schemas.microsoft.com/office/drawing/2014/main" id="{D3331A2F-0FE0-33BB-43B1-E18A392BEB62}"/>
              </a:ext>
            </a:extLst>
          </p:cNvPr>
          <p:cNvSpPr txBox="1"/>
          <p:nvPr/>
        </p:nvSpPr>
        <p:spPr>
          <a:xfrm>
            <a:off x="90172" y="27008"/>
            <a:ext cx="6094070" cy="461665"/>
          </a:xfrm>
          <a:prstGeom prst="rect">
            <a:avLst/>
          </a:prstGeom>
          <a:noFill/>
        </p:spPr>
        <p:txBody>
          <a:bodyPr wrap="square">
            <a:spAutoFit/>
          </a:bodyPr>
          <a:lstStyle/>
          <a:p>
            <a:pPr marL="0" marR="0" lvl="0" indent="0" algn="ctr" defTabSz="1031626" eaLnBrk="1" fontAlgn="auto" latinLnBrk="0" hangingPunct="1">
              <a:lnSpc>
                <a:spcPct val="100000"/>
              </a:lnSpc>
              <a:spcBef>
                <a:spcPts val="0"/>
              </a:spcBef>
              <a:spcAft>
                <a:spcPts val="0"/>
              </a:spcAft>
              <a:buClrTx/>
              <a:buSzTx/>
              <a:buFontTx/>
              <a:buNone/>
              <a:tabLst/>
              <a:defRPr/>
            </a:pPr>
            <a:r>
              <a:rPr lang="en-US" sz="2400" b="1" kern="0" dirty="0">
                <a:solidFill>
                  <a:schemeClr val="accent4">
                    <a:lumMod val="75000"/>
                  </a:schemeClr>
                </a:solidFill>
                <a:latin typeface="Roboto" panose="02000000000000000000" pitchFamily="2" charset="0"/>
                <a:ea typeface="Roboto" panose="02000000000000000000" pitchFamily="2" charset="0"/>
              </a:rPr>
              <a:t>Inventory and Interdependency Analysis</a:t>
            </a:r>
          </a:p>
        </p:txBody>
      </p:sp>
      <p:sp>
        <p:nvSpPr>
          <p:cNvPr id="10" name="Rectangle: Rounded Corners 9">
            <a:extLst>
              <a:ext uri="{FF2B5EF4-FFF2-40B4-BE49-F238E27FC236}">
                <a16:creationId xmlns:a16="http://schemas.microsoft.com/office/drawing/2014/main" id="{8821D22E-2C17-6C9E-7F8B-1BF1ABF7BD37}"/>
              </a:ext>
            </a:extLst>
          </p:cNvPr>
          <p:cNvSpPr/>
          <p:nvPr/>
        </p:nvSpPr>
        <p:spPr>
          <a:xfrm>
            <a:off x="92597" y="726425"/>
            <a:ext cx="11979798" cy="5963742"/>
          </a:xfrm>
          <a:prstGeom prst="round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highlight>
                <a:srgbClr val="008000"/>
              </a:highlight>
            </a:endParaRPr>
          </a:p>
        </p:txBody>
      </p:sp>
      <p:pic>
        <p:nvPicPr>
          <p:cNvPr id="18" name="Picture 17" descr="A screenshot of a computer&#10;&#10;Description automatically generated">
            <a:extLst>
              <a:ext uri="{FF2B5EF4-FFF2-40B4-BE49-F238E27FC236}">
                <a16:creationId xmlns:a16="http://schemas.microsoft.com/office/drawing/2014/main" id="{8EBC31B9-7E19-99F8-B25E-48DE3219F839}"/>
              </a:ext>
            </a:extLst>
          </p:cNvPr>
          <p:cNvPicPr>
            <a:picLocks noChangeAspect="1"/>
          </p:cNvPicPr>
          <p:nvPr/>
        </p:nvPicPr>
        <p:blipFill>
          <a:blip r:embed="rId3"/>
          <a:stretch>
            <a:fillRect/>
          </a:stretch>
        </p:blipFill>
        <p:spPr>
          <a:xfrm>
            <a:off x="213982" y="1459162"/>
            <a:ext cx="4025900" cy="4733291"/>
          </a:xfrm>
          <a:prstGeom prst="rect">
            <a:avLst/>
          </a:prstGeom>
        </p:spPr>
      </p:pic>
      <p:pic>
        <p:nvPicPr>
          <p:cNvPr id="19" name="Picture 18" descr="A screenshot of a computer&#10;&#10;Description automatically generated">
            <a:extLst>
              <a:ext uri="{FF2B5EF4-FFF2-40B4-BE49-F238E27FC236}">
                <a16:creationId xmlns:a16="http://schemas.microsoft.com/office/drawing/2014/main" id="{D163EA54-6E3E-078E-0E17-099478C3311F}"/>
              </a:ext>
            </a:extLst>
          </p:cNvPr>
          <p:cNvPicPr>
            <a:picLocks noChangeAspect="1"/>
          </p:cNvPicPr>
          <p:nvPr/>
        </p:nvPicPr>
        <p:blipFill>
          <a:blip r:embed="rId4"/>
          <a:stretch>
            <a:fillRect/>
          </a:stretch>
        </p:blipFill>
        <p:spPr>
          <a:xfrm>
            <a:off x="4313519" y="1459161"/>
            <a:ext cx="4025900" cy="4717801"/>
          </a:xfrm>
          <a:prstGeom prst="rect">
            <a:avLst/>
          </a:prstGeom>
        </p:spPr>
      </p:pic>
      <p:pic>
        <p:nvPicPr>
          <p:cNvPr id="20" name="Picture 19">
            <a:extLst>
              <a:ext uri="{FF2B5EF4-FFF2-40B4-BE49-F238E27FC236}">
                <a16:creationId xmlns:a16="http://schemas.microsoft.com/office/drawing/2014/main" id="{25A82680-CE1E-50D7-AB19-C9B0B673782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13056" y="1453386"/>
            <a:ext cx="3541811" cy="2863972"/>
          </a:xfrm>
          <a:prstGeom prst="rect">
            <a:avLst/>
          </a:prstGeom>
          <a:noFill/>
          <a:ln>
            <a:noFill/>
          </a:ln>
        </p:spPr>
      </p:pic>
    </p:spTree>
    <p:extLst>
      <p:ext uri="{BB962C8B-B14F-4D97-AF65-F5344CB8AC3E}">
        <p14:creationId xmlns:p14="http://schemas.microsoft.com/office/powerpoint/2010/main" val="2421334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8D367-401F-3D39-5FFA-467E3E9E58AB}"/>
            </a:ext>
          </a:extLst>
        </p:cNvPr>
        <p:cNvGrpSpPr/>
        <p:nvPr/>
      </p:nvGrpSpPr>
      <p:grpSpPr>
        <a:xfrm>
          <a:off x="0" y="0"/>
          <a:ext cx="0" cy="0"/>
          <a:chOff x="0" y="0"/>
          <a:chExt cx="0" cy="0"/>
        </a:xfrm>
      </p:grpSpPr>
      <p:sp>
        <p:nvSpPr>
          <p:cNvPr id="76" name="AutoShape 6" descr="Swan, Richard">
            <a:extLst>
              <a:ext uri="{FF2B5EF4-FFF2-40B4-BE49-F238E27FC236}">
                <a16:creationId xmlns:a16="http://schemas.microsoft.com/office/drawing/2014/main" id="{631C7E34-48C0-7238-EAF4-8E544D3687AA}"/>
              </a:ext>
            </a:extLst>
          </p:cNvPr>
          <p:cNvSpPr>
            <a:spLocks noChangeAspect="1" noChangeArrowheads="1"/>
          </p:cNvSpPr>
          <p:nvPr/>
        </p:nvSpPr>
        <p:spPr bwMode="auto">
          <a:xfrm>
            <a:off x="3332745" y="315819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grpSp>
        <p:nvGrpSpPr>
          <p:cNvPr id="86" name="Group 85">
            <a:extLst>
              <a:ext uri="{FF2B5EF4-FFF2-40B4-BE49-F238E27FC236}">
                <a16:creationId xmlns:a16="http://schemas.microsoft.com/office/drawing/2014/main" id="{05B95FDC-D9BF-0F31-3400-F2992FFA4282}"/>
              </a:ext>
            </a:extLst>
          </p:cNvPr>
          <p:cNvGrpSpPr/>
          <p:nvPr/>
        </p:nvGrpSpPr>
        <p:grpSpPr>
          <a:xfrm>
            <a:off x="745613" y="814597"/>
            <a:ext cx="11227644" cy="4611497"/>
            <a:chOff x="3343002" y="1259406"/>
            <a:chExt cx="3406313" cy="7475887"/>
          </a:xfrm>
        </p:grpSpPr>
        <p:sp>
          <p:nvSpPr>
            <p:cNvPr id="10" name="Rectangle: Rounded Corners 9">
              <a:extLst>
                <a:ext uri="{FF2B5EF4-FFF2-40B4-BE49-F238E27FC236}">
                  <a16:creationId xmlns:a16="http://schemas.microsoft.com/office/drawing/2014/main" id="{66CA9DDA-A24B-56D2-326B-51DC5A3AAC02}"/>
                </a:ext>
              </a:extLst>
            </p:cNvPr>
            <p:cNvSpPr/>
            <p:nvPr/>
          </p:nvSpPr>
          <p:spPr>
            <a:xfrm>
              <a:off x="3343002" y="1259406"/>
              <a:ext cx="3406313" cy="7475887"/>
            </a:xfrm>
            <a:prstGeom prst="roundRect">
              <a:avLst>
                <a:gd name="adj" fmla="val 2455"/>
              </a:avLst>
            </a:prstGeom>
            <a:solidFill>
              <a:schemeClr val="bg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dirty="0">
                <a:solidFill>
                  <a:srgbClr val="000000">
                    <a:lumMod val="75000"/>
                    <a:lumOff val="25000"/>
                  </a:srgbClr>
                </a:solidFill>
              </a:endParaRPr>
            </a:p>
          </p:txBody>
        </p:sp>
        <p:sp>
          <p:nvSpPr>
            <p:cNvPr id="25" name="TextBox 24">
              <a:extLst>
                <a:ext uri="{FF2B5EF4-FFF2-40B4-BE49-F238E27FC236}">
                  <a16:creationId xmlns:a16="http://schemas.microsoft.com/office/drawing/2014/main" id="{0BF45B5D-A6F0-5EFE-D92A-59C0DB76A081}"/>
                </a:ext>
              </a:extLst>
            </p:cNvPr>
            <p:cNvSpPr txBox="1"/>
            <p:nvPr/>
          </p:nvSpPr>
          <p:spPr>
            <a:xfrm>
              <a:off x="3355783" y="1259406"/>
              <a:ext cx="3354619" cy="498950"/>
            </a:xfrm>
            <a:prstGeom prst="rect">
              <a:avLst/>
            </a:prstGeom>
            <a:noFill/>
          </p:spPr>
          <p:txBody>
            <a:bodyPr wrap="square" lIns="91440" tIns="45720" rIns="91440" bIns="45720" rtlCol="0" anchor="t">
              <a:spAutoFit/>
            </a:bodyPr>
            <a:lstStyle/>
            <a:p>
              <a:pPr defTabSz="685800"/>
              <a:r>
                <a:rPr lang="en-US" sz="1400" b="1" dirty="0">
                  <a:solidFill>
                    <a:srgbClr val="000000"/>
                  </a:solidFill>
                  <a:cs typeface="Segoe UI"/>
                </a:rPr>
                <a:t>Features implemented through Agentic AI Solution:</a:t>
              </a:r>
              <a:endParaRPr lang="en-US" sz="1400" b="1" dirty="0">
                <a:solidFill>
                  <a:srgbClr val="000000">
                    <a:lumMod val="75000"/>
                    <a:lumOff val="25000"/>
                  </a:srgbClr>
                </a:solidFill>
                <a:cs typeface="Segoe UI" panose="020B0502040204020203" pitchFamily="34" charset="0"/>
              </a:endParaRPr>
            </a:p>
          </p:txBody>
        </p:sp>
      </p:grpSp>
      <p:sp>
        <p:nvSpPr>
          <p:cNvPr id="92" name="Rectangle: Rounded Corners 91">
            <a:extLst>
              <a:ext uri="{FF2B5EF4-FFF2-40B4-BE49-F238E27FC236}">
                <a16:creationId xmlns:a16="http://schemas.microsoft.com/office/drawing/2014/main" id="{62180190-F300-9B72-1774-50EE8B887D1D}"/>
              </a:ext>
            </a:extLst>
          </p:cNvPr>
          <p:cNvSpPr/>
          <p:nvPr/>
        </p:nvSpPr>
        <p:spPr>
          <a:xfrm rot="16200000">
            <a:off x="5825416" y="253438"/>
            <a:ext cx="712234" cy="11477118"/>
          </a:xfrm>
          <a:prstGeom prst="roundRect">
            <a:avLst>
              <a:gd name="adj" fmla="val 2455"/>
            </a:avLst>
          </a:prstGeom>
          <a:solidFill>
            <a:schemeClr val="bg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dirty="0">
              <a:solidFill>
                <a:srgbClr val="000000">
                  <a:lumMod val="75000"/>
                  <a:lumOff val="25000"/>
                </a:srgbClr>
              </a:solidFill>
            </a:endParaRPr>
          </a:p>
        </p:txBody>
      </p:sp>
      <p:sp>
        <p:nvSpPr>
          <p:cNvPr id="93" name="TextBox 92">
            <a:extLst>
              <a:ext uri="{FF2B5EF4-FFF2-40B4-BE49-F238E27FC236}">
                <a16:creationId xmlns:a16="http://schemas.microsoft.com/office/drawing/2014/main" id="{21228103-BFDF-E902-03F9-9A261198BA20}"/>
              </a:ext>
            </a:extLst>
          </p:cNvPr>
          <p:cNvSpPr txBox="1"/>
          <p:nvPr/>
        </p:nvSpPr>
        <p:spPr>
          <a:xfrm>
            <a:off x="402024" y="5373356"/>
            <a:ext cx="1479414" cy="276999"/>
          </a:xfrm>
          <a:prstGeom prst="rect">
            <a:avLst/>
          </a:prstGeom>
          <a:noFill/>
        </p:spPr>
        <p:txBody>
          <a:bodyPr wrap="square" rtlCol="0">
            <a:spAutoFit/>
          </a:bodyPr>
          <a:lstStyle/>
          <a:p>
            <a:pPr defTabSz="685800"/>
            <a:r>
              <a:rPr lang="en-US" sz="1200" b="1" dirty="0">
                <a:solidFill>
                  <a:srgbClr val="000000">
                    <a:lumMod val="75000"/>
                    <a:lumOff val="25000"/>
                  </a:srgbClr>
                </a:solidFill>
                <a:cs typeface="Segoe UI" panose="020B0502040204020203" pitchFamily="34" charset="0"/>
              </a:rPr>
              <a:t>Target  Businesses</a:t>
            </a:r>
          </a:p>
        </p:txBody>
      </p:sp>
      <p:sp>
        <p:nvSpPr>
          <p:cNvPr id="3" name="Content Placeholder 11">
            <a:extLst>
              <a:ext uri="{FF2B5EF4-FFF2-40B4-BE49-F238E27FC236}">
                <a16:creationId xmlns:a16="http://schemas.microsoft.com/office/drawing/2014/main" id="{3E26F6BD-4312-9126-EFB4-C220302F15FA}"/>
              </a:ext>
            </a:extLst>
          </p:cNvPr>
          <p:cNvSpPr txBox="1">
            <a:spLocks/>
          </p:cNvSpPr>
          <p:nvPr/>
        </p:nvSpPr>
        <p:spPr>
          <a:xfrm>
            <a:off x="529525" y="92388"/>
            <a:ext cx="11443732" cy="352753"/>
          </a:xfrm>
          <a:prstGeom prst="rect">
            <a:avLst/>
          </a:prstGeom>
          <a:solidFill>
            <a:srgbClr val="00B0F0"/>
          </a:solidFill>
        </p:spPr>
        <p:style>
          <a:lnRef idx="1">
            <a:schemeClr val="accent4"/>
          </a:lnRef>
          <a:fillRef idx="3">
            <a:schemeClr val="accent4"/>
          </a:fillRef>
          <a:effectRef idx="2">
            <a:schemeClr val="accent4"/>
          </a:effectRef>
          <a:fontRef idx="minor">
            <a:schemeClr val="lt1"/>
          </a:fontRef>
        </p:style>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rgbClr val="0099D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sz="2400" dirty="0">
                <a:solidFill>
                  <a:schemeClr val="tx1"/>
                </a:solidFill>
                <a:latin typeface="+mn-lt"/>
                <a:cs typeface="Times New Roman"/>
              </a:rPr>
              <a:t>Next Steps &amp; Future Scope</a:t>
            </a:r>
            <a:endParaRPr lang="en-US" sz="2400" dirty="0">
              <a:solidFill>
                <a:schemeClr val="tx1"/>
              </a:solidFill>
              <a:ea typeface="+mj-ea"/>
              <a:cs typeface="Times New Roman" panose="02020603050405020304" pitchFamily="18" charset="0"/>
            </a:endParaRPr>
          </a:p>
        </p:txBody>
      </p:sp>
      <p:sp>
        <p:nvSpPr>
          <p:cNvPr id="5" name="TextBox 4">
            <a:extLst>
              <a:ext uri="{FF2B5EF4-FFF2-40B4-BE49-F238E27FC236}">
                <a16:creationId xmlns:a16="http://schemas.microsoft.com/office/drawing/2014/main" id="{933F1AD7-6B0A-9D51-68FD-C4F72187F77D}"/>
              </a:ext>
            </a:extLst>
          </p:cNvPr>
          <p:cNvSpPr txBox="1"/>
          <p:nvPr/>
        </p:nvSpPr>
        <p:spPr>
          <a:xfrm>
            <a:off x="1208219" y="5820479"/>
            <a:ext cx="2055905" cy="276999"/>
          </a:xfrm>
          <a:prstGeom prst="rect">
            <a:avLst/>
          </a:prstGeom>
          <a:noFill/>
        </p:spPr>
        <p:txBody>
          <a:bodyPr wrap="square">
            <a:spAutoFit/>
          </a:bodyPr>
          <a:lstStyle/>
          <a:p>
            <a:r>
              <a:rPr lang="en-US" sz="1200" b="1" dirty="0"/>
              <a:t>Manufacturing Plants</a:t>
            </a:r>
            <a:endParaRPr lang="en-US" sz="1200" dirty="0"/>
          </a:p>
        </p:txBody>
      </p:sp>
      <p:sp>
        <p:nvSpPr>
          <p:cNvPr id="13" name="TextBox 12">
            <a:extLst>
              <a:ext uri="{FF2B5EF4-FFF2-40B4-BE49-F238E27FC236}">
                <a16:creationId xmlns:a16="http://schemas.microsoft.com/office/drawing/2014/main" id="{52D19C03-F021-CA64-73BF-A319971E5F69}"/>
              </a:ext>
            </a:extLst>
          </p:cNvPr>
          <p:cNvSpPr txBox="1"/>
          <p:nvPr/>
        </p:nvSpPr>
        <p:spPr>
          <a:xfrm>
            <a:off x="3920108" y="5853067"/>
            <a:ext cx="2055905" cy="276999"/>
          </a:xfrm>
          <a:prstGeom prst="rect">
            <a:avLst/>
          </a:prstGeom>
          <a:noFill/>
        </p:spPr>
        <p:txBody>
          <a:bodyPr wrap="square">
            <a:spAutoFit/>
          </a:bodyPr>
          <a:lstStyle/>
          <a:p>
            <a:r>
              <a:rPr lang="en-US" sz="1200" b="1" dirty="0"/>
              <a:t>Oil &amp; Gas Industry</a:t>
            </a:r>
            <a:endParaRPr lang="en-US" sz="1200" dirty="0"/>
          </a:p>
        </p:txBody>
      </p:sp>
      <p:sp>
        <p:nvSpPr>
          <p:cNvPr id="18" name="TextBox 17">
            <a:extLst>
              <a:ext uri="{FF2B5EF4-FFF2-40B4-BE49-F238E27FC236}">
                <a16:creationId xmlns:a16="http://schemas.microsoft.com/office/drawing/2014/main" id="{85FB36B3-9B48-E7BA-403B-10A888F1C079}"/>
              </a:ext>
            </a:extLst>
          </p:cNvPr>
          <p:cNvSpPr txBox="1"/>
          <p:nvPr/>
        </p:nvSpPr>
        <p:spPr>
          <a:xfrm>
            <a:off x="8949301" y="5792111"/>
            <a:ext cx="2055905" cy="276999"/>
          </a:xfrm>
          <a:prstGeom prst="rect">
            <a:avLst/>
          </a:prstGeom>
          <a:noFill/>
        </p:spPr>
        <p:txBody>
          <a:bodyPr wrap="square">
            <a:spAutoFit/>
          </a:bodyPr>
          <a:lstStyle/>
          <a:p>
            <a:r>
              <a:rPr lang="en-US" sz="1200" b="1" dirty="0"/>
              <a:t>Supply Chain</a:t>
            </a:r>
            <a:endParaRPr lang="en-US" sz="1200" dirty="0"/>
          </a:p>
        </p:txBody>
      </p:sp>
      <p:pic>
        <p:nvPicPr>
          <p:cNvPr id="20" name="Picture 2">
            <a:extLst>
              <a:ext uri="{FF2B5EF4-FFF2-40B4-BE49-F238E27FC236}">
                <a16:creationId xmlns:a16="http://schemas.microsoft.com/office/drawing/2014/main" id="{269380B5-AAFC-F116-094B-F8CB584F0B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6738" y="5769292"/>
            <a:ext cx="315605" cy="31824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78E2AC84-BB7C-C91C-5281-FBDDC6F45A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7509" y="5690939"/>
            <a:ext cx="455641" cy="47494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CD04DF22-3824-6ABD-FE9A-4E8FCEB3AC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7128" y="5757785"/>
            <a:ext cx="435280" cy="434110"/>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98280011-B800-CF5D-2FE3-C7D3403D097A}"/>
              </a:ext>
            </a:extLst>
          </p:cNvPr>
          <p:cNvSpPr txBox="1"/>
          <p:nvPr/>
        </p:nvSpPr>
        <p:spPr>
          <a:xfrm>
            <a:off x="6294717" y="5848174"/>
            <a:ext cx="2055905" cy="276999"/>
          </a:xfrm>
          <a:prstGeom prst="rect">
            <a:avLst/>
          </a:prstGeom>
          <a:noFill/>
        </p:spPr>
        <p:txBody>
          <a:bodyPr wrap="square">
            <a:spAutoFit/>
          </a:bodyPr>
          <a:lstStyle/>
          <a:p>
            <a:r>
              <a:rPr lang="en-US" sz="1200" b="1" dirty="0"/>
              <a:t>Energy Sector</a:t>
            </a:r>
            <a:endParaRPr lang="en-US" sz="1200" dirty="0"/>
          </a:p>
        </p:txBody>
      </p:sp>
      <p:pic>
        <p:nvPicPr>
          <p:cNvPr id="2058" name="Picture 10">
            <a:extLst>
              <a:ext uri="{FF2B5EF4-FFF2-40B4-BE49-F238E27FC236}">
                <a16:creationId xmlns:a16="http://schemas.microsoft.com/office/drawing/2014/main" id="{AA350DE4-97E6-F32C-AA29-99C46C785D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1135" y="5764538"/>
            <a:ext cx="352966" cy="35876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1" name="Diagram 40">
            <a:extLst>
              <a:ext uri="{FF2B5EF4-FFF2-40B4-BE49-F238E27FC236}">
                <a16:creationId xmlns:a16="http://schemas.microsoft.com/office/drawing/2014/main" id="{EC358A9F-9E41-2DA9-5CEC-BC511EA658C7}"/>
              </a:ext>
            </a:extLst>
          </p:cNvPr>
          <p:cNvGraphicFramePr/>
          <p:nvPr>
            <p:extLst>
              <p:ext uri="{D42A27DB-BD31-4B8C-83A1-F6EECF244321}">
                <p14:modId xmlns:p14="http://schemas.microsoft.com/office/powerpoint/2010/main" val="1830302141"/>
              </p:ext>
            </p:extLst>
          </p:nvPr>
        </p:nvGraphicFramePr>
        <p:xfrm>
          <a:off x="810655" y="1431210"/>
          <a:ext cx="10635731" cy="389402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146483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pic>
        <p:nvPicPr>
          <p:cNvPr id="5" name="Content Placeholder 4" descr="Diamonds are nothing more than chunks of coal that stuck to their jobs">
            <a:extLst>
              <a:ext uri="{FF2B5EF4-FFF2-40B4-BE49-F238E27FC236}">
                <a16:creationId xmlns:a16="http://schemas.microsoft.com/office/drawing/2014/main" id="{C793AA22-C064-49E6-AC3B-36439E6AD5D7}"/>
              </a:ext>
            </a:extLst>
          </p:cNvPr>
          <p:cNvPicPr>
            <a:picLocks noGrp="1" noChangeAspect="1"/>
          </p:cNvPicPr>
          <p:nvPr>
            <p:ph sz="half" idx="1"/>
          </p:nvPr>
        </p:nvPicPr>
        <p:blipFill>
          <a:blip r:embed="rId3"/>
          <a:srcRect l="20925" r="13937" b="1"/>
          <a:stretch/>
        </p:blipFill>
        <p:spPr>
          <a:xfrm>
            <a:off x="517868" y="508090"/>
            <a:ext cx="5705856" cy="5846990"/>
          </a:xfrm>
          <a:prstGeom prst="rect">
            <a:avLst/>
          </a:prstGeom>
        </p:spPr>
      </p:pic>
      <p:sp>
        <p:nvSpPr>
          <p:cNvPr id="2" name="Title 1">
            <a:extLst>
              <a:ext uri="{FF2B5EF4-FFF2-40B4-BE49-F238E27FC236}">
                <a16:creationId xmlns:a16="http://schemas.microsoft.com/office/drawing/2014/main" id="{3D019BB7-5F87-F947-8BEE-7533C88C14DE}"/>
              </a:ext>
            </a:extLst>
          </p:cNvPr>
          <p:cNvSpPr>
            <a:spLocks noGrp="1"/>
          </p:cNvSpPr>
          <p:nvPr>
            <p:ph type="title"/>
          </p:nvPr>
        </p:nvSpPr>
        <p:spPr>
          <a:xfrm>
            <a:off x="6935323" y="899651"/>
            <a:ext cx="4822899" cy="1463040"/>
          </a:xfrm>
        </p:spPr>
        <p:txBody>
          <a:bodyPr vert="horz" lIns="91440" tIns="45720" rIns="91440" bIns="45720" rtlCol="0" anchor="t">
            <a:normAutofit fontScale="90000"/>
          </a:bodyPr>
          <a:lstStyle/>
          <a:p>
            <a:r>
              <a:rPr lang="en-US" sz="4400" dirty="0"/>
              <a:t>Thank you !</a:t>
            </a:r>
            <a:br>
              <a:rPr lang="en-US" sz="4400" dirty="0"/>
            </a:br>
            <a:br>
              <a:rPr lang="en-US" sz="4400" dirty="0"/>
            </a:br>
            <a:br>
              <a:rPr lang="en-US" sz="4400" dirty="0"/>
            </a:br>
            <a:br>
              <a:rPr lang="en-US" sz="4400" dirty="0"/>
            </a:br>
            <a:br>
              <a:rPr lang="en-US" sz="4400" dirty="0"/>
            </a:br>
            <a:r>
              <a:rPr lang="en-US" sz="4400" dirty="0"/>
              <a:t>Time for Q&amp; A!!</a:t>
            </a:r>
          </a:p>
        </p:txBody>
      </p:sp>
      <p:sp>
        <p:nvSpPr>
          <p:cNvPr id="18" name="Freeform: Shape 17">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700033101"/>
      </p:ext>
    </p:extLst>
  </p:cSld>
  <p:clrMapOvr>
    <a:masterClrMapping/>
  </p:clrMapOvr>
  <p:transition>
    <p:fade/>
  </p:transition>
</p:sld>
</file>

<file path=ppt/theme/theme1.xml><?xml version="1.0" encoding="utf-8"?>
<a:theme xmlns:a="http://schemas.openxmlformats.org/drawingml/2006/main" name="GestaltVTI">
  <a:themeElements>
    <a:clrScheme name="Custom 86">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01ce67d-13f2-447a-bb65-0989b89dfdb4}" enabled="0" method="" siteId="{101ce67d-13f2-447a-bb65-0989b89dfdb4}" removed="1"/>
</clbl:labelList>
</file>

<file path=docProps/app.xml><?xml version="1.0" encoding="utf-8"?>
<Properties xmlns="http://schemas.openxmlformats.org/officeDocument/2006/extended-properties" xmlns:vt="http://schemas.openxmlformats.org/officeDocument/2006/docPropsVTypes">
  <TotalTime>6535</TotalTime>
  <Words>2042</Words>
  <Application>Microsoft Office PowerPoint</Application>
  <PresentationFormat>Widescreen</PresentationFormat>
  <Paragraphs>165</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Arial</vt:lpstr>
      <vt:lpstr>Bierstadt</vt:lpstr>
      <vt:lpstr>Roboto</vt:lpstr>
      <vt:lpstr>Segoe UI</vt:lpstr>
      <vt:lpstr>Times New Roman</vt:lpstr>
      <vt:lpstr>Verdana</vt:lpstr>
      <vt:lpstr>GestaltVTI</vt:lpstr>
      <vt:lpstr>  Agentic AI Hackathon 2025  Date : 06th Feb 2025</vt:lpstr>
      <vt:lpstr>PowerPoint Presentation</vt:lpstr>
      <vt:lpstr>Key Outcomes We Aim to Achieve</vt:lpstr>
      <vt:lpstr>Shift the mix through ML+AI+ Analytics</vt:lpstr>
      <vt:lpstr>PowerPoint Presentation</vt:lpstr>
      <vt:lpstr>Technical Workflow</vt:lpstr>
      <vt:lpstr>Automated Alerts and Integration with MS teams</vt:lpstr>
      <vt:lpstr>Illustration of Integrated KPI analysis &amp; Visualization</vt:lpstr>
      <vt:lpstr>Live Demonstration of the AI agent “SensorBuddy”</vt:lpstr>
      <vt:lpstr>Illustration of real-time Prompt &amp; Interactions</vt:lpstr>
      <vt:lpstr>Sensor's health, &amp; Performance Monitoring</vt:lpstr>
      <vt:lpstr>Sensor Diagnostics and Troubleshooting</vt:lpstr>
      <vt:lpstr>Maintenance &amp; Support Management</vt:lpstr>
      <vt:lpstr> </vt:lpstr>
      <vt:lpstr>PowerPoint Presentation</vt:lpstr>
      <vt:lpstr>Thank you !     Time for Q&amp;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Chaubey, Deepak Kumar</dc:creator>
  <cp:lastModifiedBy>Gupta, Abhishek Kumar</cp:lastModifiedBy>
  <cp:revision>2</cp:revision>
  <dcterms:created xsi:type="dcterms:W3CDTF">2025-02-03T14:11:42Z</dcterms:created>
  <dcterms:modified xsi:type="dcterms:W3CDTF">2025-02-13T07:30:06Z</dcterms:modified>
</cp:coreProperties>
</file>